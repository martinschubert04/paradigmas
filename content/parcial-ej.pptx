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8" r:id="rId3"/>
    <p:sldId id="339" r:id="rId4"/>
    <p:sldId id="341" r:id="rId5"/>
    <p:sldId id="340" r:id="rId6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71" autoAdjust="0"/>
  </p:normalViewPr>
  <p:slideViewPr>
    <p:cSldViewPr>
      <p:cViewPr>
        <p:scale>
          <a:sx n="75" d="100"/>
          <a:sy n="75" d="100"/>
        </p:scale>
        <p:origin x="-1224" y="-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077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333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4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726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868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124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424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034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1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436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99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27246-92ED-4D73-BA48-5C6718EEC269}" type="datetimeFigureOut">
              <a:rPr lang="es-AR" smtClean="0"/>
              <a:t>28/05/2024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896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1"/>
            <a:r>
              <a:rPr lang="es-AR" dirty="0" smtClean="0"/>
              <a:t>Ejemplo de Parcial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81792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Paradigmas de </a:t>
            </a:r>
            <a:r>
              <a:rPr lang="es-AR" dirty="0" smtClean="0"/>
              <a:t>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616624"/>
          </a:xfrm>
        </p:spPr>
        <p:txBody>
          <a:bodyPr>
            <a:noAutofit/>
          </a:bodyPr>
          <a:lstStyle/>
          <a:p>
            <a:r>
              <a:rPr lang="es-AR" sz="1400" dirty="0"/>
              <a:t>1) </a:t>
            </a:r>
            <a:r>
              <a:rPr lang="es-AR" sz="1200" dirty="0"/>
              <a:t>General</a:t>
            </a:r>
          </a:p>
          <a:p>
            <a:pPr lvl="1"/>
            <a:r>
              <a:rPr lang="es-AR" sz="1200" dirty="0"/>
              <a:t>a) Enumere dos diferencia entre </a:t>
            </a:r>
            <a:r>
              <a:rPr lang="es-AR" sz="1200" dirty="0" smtClean="0"/>
              <a:t>lenguajes </a:t>
            </a:r>
            <a:r>
              <a:rPr lang="es-AR" sz="1200" dirty="0"/>
              <a:t>de programación y paradigmas.</a:t>
            </a:r>
          </a:p>
          <a:p>
            <a:pPr lvl="1"/>
            <a:r>
              <a:rPr lang="es-AR" sz="1200" dirty="0"/>
              <a:t>b) Enumere 2 paradigmas vistos en clase y dé un ejemplo de lenguajes que lo implementan.</a:t>
            </a:r>
          </a:p>
          <a:p>
            <a:pPr lvl="1"/>
            <a:r>
              <a:rPr lang="es-AR" sz="1200" dirty="0"/>
              <a:t>c) </a:t>
            </a:r>
            <a:r>
              <a:rPr lang="es-AR" sz="1200" dirty="0" smtClean="0"/>
              <a:t>Existen </a:t>
            </a:r>
            <a:r>
              <a:rPr lang="es-AR" sz="1200" dirty="0"/>
              <a:t>lenguajes híbridos? Enumere dos.</a:t>
            </a:r>
          </a:p>
          <a:p>
            <a:pPr lvl="1"/>
            <a:r>
              <a:rPr lang="es-AR" sz="1200" dirty="0"/>
              <a:t>d) Dé un ejemplo de función partida.</a:t>
            </a:r>
          </a:p>
          <a:p>
            <a:r>
              <a:rPr lang="es-AR" sz="1200" dirty="0" smtClean="0"/>
              <a:t>2</a:t>
            </a:r>
            <a:r>
              <a:rPr lang="es-AR" sz="1200" dirty="0"/>
              <a:t>) Funcional</a:t>
            </a:r>
          </a:p>
          <a:p>
            <a:pPr lvl="1"/>
            <a:r>
              <a:rPr lang="es-AR" sz="1200" dirty="0"/>
              <a:t>a) Cual es el dominio e imagen de las siguientes funciones:</a:t>
            </a:r>
          </a:p>
          <a:p>
            <a:pPr marL="0" indent="0">
              <a:buNone/>
            </a:pPr>
            <a:r>
              <a:rPr lang="es-AR" sz="1200" dirty="0" smtClean="0"/>
              <a:t>	     </a:t>
            </a:r>
            <a:r>
              <a:rPr lang="es-AR" sz="1200" dirty="0" err="1"/>
              <a:t>Mealcanza</a:t>
            </a:r>
            <a:r>
              <a:rPr lang="es-AR" sz="1200" dirty="0"/>
              <a:t> largo = largo &lt;= </a:t>
            </a:r>
            <a:r>
              <a:rPr lang="es-AR" sz="1200" dirty="0" err="1"/>
              <a:t>largoDeListon</a:t>
            </a:r>
            <a:endParaRPr lang="es-AR" sz="1200" dirty="0"/>
          </a:p>
          <a:p>
            <a:pPr marL="0" indent="0">
              <a:buNone/>
            </a:pPr>
            <a:r>
              <a:rPr lang="es-AR" sz="1200" dirty="0" smtClean="0"/>
              <a:t>	     </a:t>
            </a:r>
            <a:r>
              <a:rPr lang="es-AR" sz="1200" dirty="0" err="1"/>
              <a:t>CuantoMesobra</a:t>
            </a:r>
            <a:r>
              <a:rPr lang="es-AR" sz="1200" dirty="0"/>
              <a:t> cantidad = </a:t>
            </a:r>
            <a:r>
              <a:rPr lang="es-AR" sz="1200" dirty="0" err="1"/>
              <a:t>largoDeListon</a:t>
            </a:r>
            <a:r>
              <a:rPr lang="es-AR" sz="1200" dirty="0"/>
              <a:t> – cantidad</a:t>
            </a:r>
          </a:p>
          <a:p>
            <a:pPr lvl="1"/>
            <a:r>
              <a:rPr lang="es-AR" sz="1200" dirty="0"/>
              <a:t>b) Para que se utiliza la Unicidad y la Existencia?</a:t>
            </a:r>
          </a:p>
          <a:p>
            <a:pPr lvl="1"/>
            <a:r>
              <a:rPr lang="es-AR" sz="1200" dirty="0"/>
              <a:t>c) Que implica el principio de sustitución?</a:t>
            </a:r>
          </a:p>
          <a:p>
            <a:pPr lvl="1"/>
            <a:r>
              <a:rPr lang="es-AR" sz="1200" dirty="0"/>
              <a:t>d) Que es el </a:t>
            </a:r>
            <a:r>
              <a:rPr lang="es-AR" sz="1200" dirty="0" err="1"/>
              <a:t>Pattern</a:t>
            </a:r>
            <a:r>
              <a:rPr lang="es-AR" sz="1200" dirty="0"/>
              <a:t> </a:t>
            </a:r>
            <a:r>
              <a:rPr lang="es-AR" sz="1200" dirty="0" err="1"/>
              <a:t>Matching</a:t>
            </a:r>
            <a:r>
              <a:rPr lang="es-AR" sz="1200" dirty="0"/>
              <a:t>?</a:t>
            </a:r>
          </a:p>
          <a:p>
            <a:pPr lvl="1"/>
            <a:r>
              <a:rPr lang="es-AR" sz="1200" dirty="0"/>
              <a:t>e) Enumere 3 tipos de datos usados en </a:t>
            </a:r>
            <a:r>
              <a:rPr lang="es-AR" sz="1200" dirty="0" err="1"/>
              <a:t>Haskell</a:t>
            </a:r>
            <a:endParaRPr lang="es-AR" sz="1200" dirty="0"/>
          </a:p>
          <a:p>
            <a:pPr lvl="1"/>
            <a:r>
              <a:rPr lang="es-AR" sz="1200" dirty="0"/>
              <a:t>f) Que significa inferencia de tipos sobre una función dada?</a:t>
            </a:r>
          </a:p>
          <a:p>
            <a:pPr lvl="1"/>
            <a:r>
              <a:rPr lang="es-AR" sz="1200" dirty="0"/>
              <a:t>g) Cual es la diferencia entre declarar una </a:t>
            </a:r>
            <a:r>
              <a:rPr lang="es-AR" sz="1200" dirty="0" smtClean="0"/>
              <a:t>t-</a:t>
            </a:r>
            <a:r>
              <a:rPr lang="es-AR" sz="1200" dirty="0" err="1" smtClean="0"/>
              <a:t>upla</a:t>
            </a:r>
            <a:r>
              <a:rPr lang="es-AR" sz="1200" dirty="0" smtClean="0"/>
              <a:t> </a:t>
            </a:r>
            <a:r>
              <a:rPr lang="es-AR" sz="1200" dirty="0"/>
              <a:t>y un Data?</a:t>
            </a:r>
          </a:p>
          <a:p>
            <a:pPr lvl="1"/>
            <a:r>
              <a:rPr lang="es-AR" sz="1200" dirty="0"/>
              <a:t>h) Cual es la diferencia entre Aplicación Parcial y Composición de Funciones?</a:t>
            </a:r>
          </a:p>
          <a:p>
            <a:pPr lvl="1"/>
            <a:r>
              <a:rPr lang="es-AR" sz="1200" dirty="0"/>
              <a:t>i) A que se denomina Recursividad? De un ejemplo.</a:t>
            </a:r>
          </a:p>
          <a:p>
            <a:pPr lvl="1"/>
            <a:r>
              <a:rPr lang="es-AR" sz="1200" dirty="0"/>
              <a:t>j) A que se denomina Orden Superior? Enumere dos funciones que sean de orden superior</a:t>
            </a:r>
            <a:r>
              <a:rPr lang="es-AR" sz="1200" dirty="0" smtClean="0"/>
              <a:t>.</a:t>
            </a:r>
          </a:p>
          <a:p>
            <a:r>
              <a:rPr lang="es-AR" sz="1200" dirty="0" smtClean="0"/>
              <a:t>3</a:t>
            </a:r>
            <a:r>
              <a:rPr lang="es-AR" sz="1200" dirty="0"/>
              <a:t>) Lógico</a:t>
            </a:r>
          </a:p>
          <a:p>
            <a:pPr lvl="1"/>
            <a:r>
              <a:rPr lang="es-AR" sz="1200" dirty="0"/>
              <a:t>a) Cual es la diferencia entre un predicado y una función de </a:t>
            </a:r>
            <a:r>
              <a:rPr lang="es-AR" sz="1200" dirty="0" err="1"/>
              <a:t>Haskell</a:t>
            </a:r>
            <a:r>
              <a:rPr lang="es-AR" sz="1200" dirty="0"/>
              <a:t>?</a:t>
            </a:r>
          </a:p>
          <a:p>
            <a:pPr lvl="1"/>
            <a:r>
              <a:rPr lang="es-AR" sz="1200" dirty="0"/>
              <a:t>b) A que se llama evaluación EAGER?</a:t>
            </a:r>
          </a:p>
          <a:p>
            <a:pPr lvl="1"/>
            <a:r>
              <a:rPr lang="es-AR" sz="1200" dirty="0"/>
              <a:t>c) A que se denomina Átomo, Hechos y Reglas?</a:t>
            </a:r>
          </a:p>
          <a:p>
            <a:pPr lvl="1"/>
            <a:r>
              <a:rPr lang="es-AR" sz="1200" dirty="0"/>
              <a:t>d) Cual es la diferencia entre consultas individuales y existenciales?</a:t>
            </a:r>
          </a:p>
          <a:p>
            <a:pPr lvl="1"/>
            <a:r>
              <a:rPr lang="es-AR" sz="1200" dirty="0"/>
              <a:t>e) Como se mezcla la aritmética en este paradigma? Como se usa el =?</a:t>
            </a:r>
          </a:p>
          <a:p>
            <a:pPr lvl="1"/>
            <a:r>
              <a:rPr lang="es-AR" sz="1200" dirty="0"/>
              <a:t>f) Como se </a:t>
            </a:r>
            <a:r>
              <a:rPr lang="es-AR" sz="1200" dirty="0" smtClean="0"/>
              <a:t>relacionan los </a:t>
            </a:r>
            <a:r>
              <a:rPr lang="es-AR" sz="1200" dirty="0" err="1"/>
              <a:t>functores</a:t>
            </a:r>
            <a:r>
              <a:rPr lang="es-AR" sz="1200" dirty="0"/>
              <a:t> con el orden superior de funcional</a:t>
            </a:r>
            <a:r>
              <a:rPr lang="es-AR" sz="1200" dirty="0" smtClean="0"/>
              <a:t>?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381910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Paradigmas de </a:t>
            </a:r>
            <a:r>
              <a:rPr lang="es-AR" dirty="0" smtClean="0"/>
              <a:t>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328592"/>
          </a:xfrm>
        </p:spPr>
        <p:txBody>
          <a:bodyPr>
            <a:noAutofit/>
          </a:bodyPr>
          <a:lstStyle/>
          <a:p>
            <a:r>
              <a:rPr lang="es-AR" sz="1800" dirty="0"/>
              <a:t>1) General</a:t>
            </a:r>
          </a:p>
          <a:p>
            <a:pPr lvl="1"/>
            <a:r>
              <a:rPr lang="es-AR" sz="1800" dirty="0"/>
              <a:t>a) Enumere dos diferencia entre </a:t>
            </a:r>
            <a:r>
              <a:rPr lang="es-AR" sz="1800" dirty="0" smtClean="0"/>
              <a:t>lenguajes </a:t>
            </a:r>
            <a:r>
              <a:rPr lang="es-AR" sz="1800" dirty="0"/>
              <a:t>de programación y paradigmas.</a:t>
            </a:r>
          </a:p>
          <a:p>
            <a:pPr lvl="1"/>
            <a:r>
              <a:rPr lang="es-AR" sz="1800" dirty="0"/>
              <a:t>b) Enumere 2 paradigmas vistos en clase y dé un ejemplo de lenguajes que lo implementan.</a:t>
            </a:r>
          </a:p>
          <a:p>
            <a:pPr lvl="1"/>
            <a:r>
              <a:rPr lang="es-AR" sz="1800" dirty="0"/>
              <a:t>c) </a:t>
            </a:r>
            <a:r>
              <a:rPr lang="es-AR" sz="1800" dirty="0" smtClean="0"/>
              <a:t>Existen </a:t>
            </a:r>
            <a:r>
              <a:rPr lang="es-AR" sz="1800" dirty="0"/>
              <a:t>lenguajes híbridos? Enumere dos.</a:t>
            </a:r>
          </a:p>
          <a:p>
            <a:pPr lvl="1"/>
            <a:r>
              <a:rPr lang="es-AR" sz="1800" dirty="0"/>
              <a:t>d) Dé un ejemplo de función partida</a:t>
            </a:r>
            <a:r>
              <a:rPr lang="es-AR" sz="1800" dirty="0" smtClean="0"/>
              <a:t>.</a:t>
            </a: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141458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Paradigmas de </a:t>
            </a:r>
            <a:r>
              <a:rPr lang="es-AR" dirty="0" smtClean="0"/>
              <a:t>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5256584"/>
          </a:xfrm>
        </p:spPr>
        <p:txBody>
          <a:bodyPr>
            <a:noAutofit/>
          </a:bodyPr>
          <a:lstStyle/>
          <a:p>
            <a:r>
              <a:rPr lang="es-AR" sz="1800" dirty="0" smtClean="0"/>
              <a:t>2</a:t>
            </a:r>
            <a:r>
              <a:rPr lang="es-AR" sz="1800" dirty="0"/>
              <a:t>) Funcional</a:t>
            </a:r>
          </a:p>
          <a:p>
            <a:pPr lvl="1"/>
            <a:r>
              <a:rPr lang="es-AR" sz="1800" dirty="0"/>
              <a:t>a) Cual es el dominio e imagen de las siguientes funciones:</a:t>
            </a:r>
          </a:p>
          <a:p>
            <a:pPr marL="0" indent="0">
              <a:buNone/>
            </a:pPr>
            <a:r>
              <a:rPr lang="es-AR" sz="1800" dirty="0" smtClean="0"/>
              <a:t>	     </a:t>
            </a:r>
            <a:r>
              <a:rPr lang="es-AR" sz="1800" dirty="0" err="1"/>
              <a:t>Mealcanza</a:t>
            </a:r>
            <a:r>
              <a:rPr lang="es-AR" sz="1800" dirty="0"/>
              <a:t> largo = largo &lt;= </a:t>
            </a:r>
            <a:r>
              <a:rPr lang="es-AR" sz="1800" dirty="0" err="1"/>
              <a:t>largoDeListon</a:t>
            </a:r>
            <a:endParaRPr lang="es-AR" sz="1800" dirty="0"/>
          </a:p>
          <a:p>
            <a:pPr marL="0" indent="0">
              <a:buNone/>
            </a:pPr>
            <a:r>
              <a:rPr lang="es-AR" sz="1800" dirty="0" smtClean="0"/>
              <a:t>	     </a:t>
            </a:r>
            <a:r>
              <a:rPr lang="es-AR" sz="1800" dirty="0" err="1"/>
              <a:t>CuantoMesobra</a:t>
            </a:r>
            <a:r>
              <a:rPr lang="es-AR" sz="1800" dirty="0"/>
              <a:t> cantidad = </a:t>
            </a:r>
            <a:r>
              <a:rPr lang="es-AR" sz="1800" dirty="0" err="1"/>
              <a:t>largoDeListon</a:t>
            </a:r>
            <a:r>
              <a:rPr lang="es-AR" sz="1800" dirty="0"/>
              <a:t> – cantidad</a:t>
            </a:r>
          </a:p>
          <a:p>
            <a:pPr lvl="1"/>
            <a:r>
              <a:rPr lang="es-AR" sz="1800" dirty="0"/>
              <a:t>b) Para que se utiliza la Unicidad y la Existencia?</a:t>
            </a:r>
          </a:p>
          <a:p>
            <a:pPr lvl="1"/>
            <a:r>
              <a:rPr lang="es-AR" sz="1800" dirty="0"/>
              <a:t>c) Que implica el principio de sustitución?</a:t>
            </a:r>
          </a:p>
          <a:p>
            <a:pPr lvl="1"/>
            <a:r>
              <a:rPr lang="es-AR" sz="1800" dirty="0"/>
              <a:t>d) Que es el </a:t>
            </a:r>
            <a:r>
              <a:rPr lang="es-AR" sz="1800" dirty="0" err="1"/>
              <a:t>Pattern</a:t>
            </a:r>
            <a:r>
              <a:rPr lang="es-AR" sz="1800" dirty="0"/>
              <a:t> </a:t>
            </a:r>
            <a:r>
              <a:rPr lang="es-AR" sz="1800" dirty="0" err="1"/>
              <a:t>Matching</a:t>
            </a:r>
            <a:r>
              <a:rPr lang="es-AR" sz="1800" dirty="0"/>
              <a:t>?</a:t>
            </a:r>
          </a:p>
          <a:p>
            <a:pPr lvl="1"/>
            <a:r>
              <a:rPr lang="es-AR" sz="1800" dirty="0"/>
              <a:t>e) Enumere 3 tipos de datos usados en </a:t>
            </a:r>
            <a:r>
              <a:rPr lang="es-AR" sz="1800" dirty="0" err="1"/>
              <a:t>Haskell</a:t>
            </a:r>
            <a:endParaRPr lang="es-AR" sz="1800" dirty="0"/>
          </a:p>
          <a:p>
            <a:pPr lvl="1"/>
            <a:r>
              <a:rPr lang="es-AR" sz="1800" dirty="0"/>
              <a:t>f) Que significa inferencia de tipos sobre una función dada?</a:t>
            </a:r>
          </a:p>
          <a:p>
            <a:pPr lvl="1"/>
            <a:r>
              <a:rPr lang="es-AR" sz="1800" dirty="0"/>
              <a:t>g) Cual es la diferencia entre declarar una </a:t>
            </a:r>
            <a:r>
              <a:rPr lang="es-AR" sz="1800" dirty="0" smtClean="0"/>
              <a:t>t-</a:t>
            </a:r>
            <a:r>
              <a:rPr lang="es-AR" sz="1800" dirty="0" err="1" smtClean="0"/>
              <a:t>upla</a:t>
            </a:r>
            <a:r>
              <a:rPr lang="es-AR" sz="1800" dirty="0" smtClean="0"/>
              <a:t> </a:t>
            </a:r>
            <a:r>
              <a:rPr lang="es-AR" sz="1800" dirty="0"/>
              <a:t>y un Data?</a:t>
            </a:r>
          </a:p>
          <a:p>
            <a:pPr lvl="1"/>
            <a:r>
              <a:rPr lang="es-AR" sz="1800" dirty="0"/>
              <a:t>h) Cual es la diferencia entre Aplicación Parcial y Composición de Funciones?</a:t>
            </a:r>
          </a:p>
          <a:p>
            <a:pPr lvl="1"/>
            <a:r>
              <a:rPr lang="es-AR" sz="1800" dirty="0"/>
              <a:t>i) A que se denomina Recursividad? De un ejemplo.</a:t>
            </a:r>
          </a:p>
          <a:p>
            <a:pPr lvl="1"/>
            <a:r>
              <a:rPr lang="es-AR" sz="1800" dirty="0"/>
              <a:t>j) A que se denomina Orden Superior? Enumere dos funciones que sean de orden superior</a:t>
            </a:r>
            <a:r>
              <a:rPr lang="es-AR" sz="1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522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Paradigmas de </a:t>
            </a:r>
            <a:r>
              <a:rPr lang="es-AR" dirty="0" smtClean="0"/>
              <a:t>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328592"/>
          </a:xfrm>
        </p:spPr>
        <p:txBody>
          <a:bodyPr>
            <a:noAutofit/>
          </a:bodyPr>
          <a:lstStyle/>
          <a:p>
            <a:r>
              <a:rPr lang="es-AR" sz="1800" dirty="0" smtClean="0"/>
              <a:t>3</a:t>
            </a:r>
            <a:r>
              <a:rPr lang="es-AR" sz="1800" dirty="0"/>
              <a:t>) Lógico</a:t>
            </a:r>
          </a:p>
          <a:p>
            <a:pPr lvl="1"/>
            <a:r>
              <a:rPr lang="es-AR" sz="1800" dirty="0"/>
              <a:t>a) Cual es la diferencia entre un predicado y una función de </a:t>
            </a:r>
            <a:r>
              <a:rPr lang="es-AR" sz="1800" dirty="0" err="1"/>
              <a:t>Haskell</a:t>
            </a:r>
            <a:r>
              <a:rPr lang="es-AR" sz="1800" dirty="0"/>
              <a:t>?</a:t>
            </a:r>
          </a:p>
          <a:p>
            <a:pPr lvl="1"/>
            <a:r>
              <a:rPr lang="es-AR" sz="1800" dirty="0"/>
              <a:t>b) A que se llama evaluación EAGER?</a:t>
            </a:r>
          </a:p>
          <a:p>
            <a:pPr lvl="1"/>
            <a:r>
              <a:rPr lang="es-AR" sz="1800" dirty="0"/>
              <a:t>c) A que se denomina Átomo, Hechos y Reglas?</a:t>
            </a:r>
          </a:p>
          <a:p>
            <a:pPr lvl="1"/>
            <a:r>
              <a:rPr lang="es-AR" sz="1800" dirty="0"/>
              <a:t>d) Cual es la diferencia entre consultas individuales y existenciales?</a:t>
            </a:r>
          </a:p>
          <a:p>
            <a:pPr lvl="1"/>
            <a:r>
              <a:rPr lang="es-AR" sz="1800" dirty="0"/>
              <a:t>e) Como se mezcla la aritmética en este paradigma? Como se usa el =?</a:t>
            </a:r>
          </a:p>
          <a:p>
            <a:pPr lvl="1"/>
            <a:r>
              <a:rPr lang="es-AR" sz="1800" dirty="0"/>
              <a:t>f) Como se </a:t>
            </a:r>
            <a:r>
              <a:rPr lang="es-AR" sz="1800" dirty="0" smtClean="0"/>
              <a:t>relacionan los </a:t>
            </a:r>
            <a:r>
              <a:rPr lang="es-AR" sz="1800" dirty="0" err="1"/>
              <a:t>functores</a:t>
            </a:r>
            <a:r>
              <a:rPr lang="es-AR" sz="1800" dirty="0"/>
              <a:t> con el orden superior de funcional</a:t>
            </a:r>
            <a:r>
              <a:rPr lang="es-AR" sz="1800" dirty="0" smtClean="0"/>
              <a:t>?</a:t>
            </a: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227747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47700</TotalTime>
  <Words>233</Words>
  <Application>Microsoft Office PowerPoint</Application>
  <PresentationFormat>Presentación en pantalla (4:3)</PresentationFormat>
  <Paragraphs>56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Paradigmas de Programación</vt:lpstr>
      <vt:lpstr>Paradigmas de Programación</vt:lpstr>
      <vt:lpstr>Paradigmas de Programación</vt:lpstr>
      <vt:lpstr>Paradigmas de Programación</vt:lpstr>
      <vt:lpstr>Paradigmas de Programación</vt:lpstr>
    </vt:vector>
  </TitlesOfParts>
  <Company>ARG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dc:creator>ARG</dc:creator>
  <cp:lastModifiedBy>ARG</cp:lastModifiedBy>
  <cp:revision>244</cp:revision>
  <dcterms:created xsi:type="dcterms:W3CDTF">2024-03-08T18:13:29Z</dcterms:created>
  <dcterms:modified xsi:type="dcterms:W3CDTF">2024-05-28T20:23:34Z</dcterms:modified>
</cp:coreProperties>
</file>