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00" r:id="rId3"/>
    <p:sldId id="301" r:id="rId4"/>
    <p:sldId id="302" r:id="rId5"/>
    <p:sldId id="304" r:id="rId6"/>
    <p:sldId id="303" r:id="rId7"/>
    <p:sldId id="305" r:id="rId8"/>
    <p:sldId id="309" r:id="rId9"/>
    <p:sldId id="306" r:id="rId10"/>
    <p:sldId id="307" r:id="rId11"/>
    <p:sldId id="308" r:id="rId12"/>
    <p:sldId id="318" r:id="rId13"/>
    <p:sldId id="310" r:id="rId14"/>
    <p:sldId id="311" r:id="rId15"/>
    <p:sldId id="312" r:id="rId16"/>
    <p:sldId id="313" r:id="rId17"/>
    <p:sldId id="315" r:id="rId18"/>
    <p:sldId id="320" r:id="rId19"/>
    <p:sldId id="314" r:id="rId20"/>
    <p:sldId id="319" r:id="rId21"/>
    <p:sldId id="316" r:id="rId22"/>
    <p:sldId id="317" r:id="rId23"/>
    <p:sldId id="321" r:id="rId24"/>
    <p:sldId id="322" r:id="rId25"/>
    <p:sldId id="288" r:id="rId26"/>
  </p:sldIdLst>
  <p:sldSz cx="9144000" cy="6858000" type="screen4x3"/>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0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AR"/>
          </a:p>
        </p:txBody>
      </p:sp>
      <p:sp>
        <p:nvSpPr>
          <p:cNvPr id="4" name="3 Marcador de fecha"/>
          <p:cNvSpPr>
            <a:spLocks noGrp="1"/>
          </p:cNvSpPr>
          <p:nvPr>
            <p:ph type="dt" sz="half" idx="10"/>
          </p:nvPr>
        </p:nvSpPr>
        <p:spPr/>
        <p:txBody>
          <a:bodyPr/>
          <a:lstStyle/>
          <a:p>
            <a:fld id="{52327246-92ED-4D73-BA48-5C6718EEC269}" type="datetimeFigureOut">
              <a:rPr lang="es-AR" smtClean="0"/>
              <a:t>17/04/2024</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872CC97B-6CDE-40C6-9731-34662AC62521}" type="slidenum">
              <a:rPr lang="es-AR" smtClean="0"/>
              <a:t>‹Nº›</a:t>
            </a:fld>
            <a:endParaRPr lang="es-AR"/>
          </a:p>
        </p:txBody>
      </p:sp>
    </p:spTree>
    <p:extLst>
      <p:ext uri="{BB962C8B-B14F-4D97-AF65-F5344CB8AC3E}">
        <p14:creationId xmlns:p14="http://schemas.microsoft.com/office/powerpoint/2010/main" val="12507788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10"/>
          </p:nvPr>
        </p:nvSpPr>
        <p:spPr/>
        <p:txBody>
          <a:bodyPr/>
          <a:lstStyle/>
          <a:p>
            <a:fld id="{52327246-92ED-4D73-BA48-5C6718EEC269}" type="datetimeFigureOut">
              <a:rPr lang="es-AR" smtClean="0"/>
              <a:t>17/04/2024</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872CC97B-6CDE-40C6-9731-34662AC62521}" type="slidenum">
              <a:rPr lang="es-AR" smtClean="0"/>
              <a:t>‹Nº›</a:t>
            </a:fld>
            <a:endParaRPr lang="es-AR"/>
          </a:p>
        </p:txBody>
      </p:sp>
    </p:spTree>
    <p:extLst>
      <p:ext uri="{BB962C8B-B14F-4D97-AF65-F5344CB8AC3E}">
        <p14:creationId xmlns:p14="http://schemas.microsoft.com/office/powerpoint/2010/main" val="4243331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52327246-92ED-4D73-BA48-5C6718EEC269}" type="datetimeFigureOut">
              <a:rPr lang="es-AR" smtClean="0"/>
              <a:t>17/04/2024</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872CC97B-6CDE-40C6-9731-34662AC62521}" type="slidenum">
              <a:rPr lang="es-AR" smtClean="0"/>
              <a:t>‹Nº›</a:t>
            </a:fld>
            <a:endParaRPr lang="es-AR"/>
          </a:p>
        </p:txBody>
      </p:sp>
    </p:spTree>
    <p:extLst>
      <p:ext uri="{BB962C8B-B14F-4D97-AF65-F5344CB8AC3E}">
        <p14:creationId xmlns:p14="http://schemas.microsoft.com/office/powerpoint/2010/main" val="130441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5" name="4 Marcador de fecha"/>
          <p:cNvSpPr>
            <a:spLocks noGrp="1"/>
          </p:cNvSpPr>
          <p:nvPr>
            <p:ph type="dt" sz="half" idx="10"/>
          </p:nvPr>
        </p:nvSpPr>
        <p:spPr/>
        <p:txBody>
          <a:bodyPr/>
          <a:lstStyle/>
          <a:p>
            <a:fld id="{52327246-92ED-4D73-BA48-5C6718EEC269}" type="datetimeFigureOut">
              <a:rPr lang="es-AR" smtClean="0"/>
              <a:t>17/04/2024</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872CC97B-6CDE-40C6-9731-34662AC62521}" type="slidenum">
              <a:rPr lang="es-AR" smtClean="0"/>
              <a:t>‹Nº›</a:t>
            </a:fld>
            <a:endParaRPr lang="es-AR"/>
          </a:p>
        </p:txBody>
      </p:sp>
    </p:spTree>
    <p:extLst>
      <p:ext uri="{BB962C8B-B14F-4D97-AF65-F5344CB8AC3E}">
        <p14:creationId xmlns:p14="http://schemas.microsoft.com/office/powerpoint/2010/main" val="3007266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7" name="6 Marcador de fecha"/>
          <p:cNvSpPr>
            <a:spLocks noGrp="1"/>
          </p:cNvSpPr>
          <p:nvPr>
            <p:ph type="dt" sz="half" idx="10"/>
          </p:nvPr>
        </p:nvSpPr>
        <p:spPr/>
        <p:txBody>
          <a:bodyPr/>
          <a:lstStyle/>
          <a:p>
            <a:fld id="{52327246-92ED-4D73-BA48-5C6718EEC269}" type="datetimeFigureOut">
              <a:rPr lang="es-AR" smtClean="0"/>
              <a:t>17/04/2024</a:t>
            </a:fld>
            <a:endParaRPr lang="es-AR"/>
          </a:p>
        </p:txBody>
      </p:sp>
      <p:sp>
        <p:nvSpPr>
          <p:cNvPr id="8" name="7 Marcador de pie de página"/>
          <p:cNvSpPr>
            <a:spLocks noGrp="1"/>
          </p:cNvSpPr>
          <p:nvPr>
            <p:ph type="ftr" sz="quarter" idx="11"/>
          </p:nvPr>
        </p:nvSpPr>
        <p:spPr/>
        <p:txBody>
          <a:bodyPr/>
          <a:lstStyle/>
          <a:p>
            <a:endParaRPr lang="es-AR"/>
          </a:p>
        </p:txBody>
      </p:sp>
      <p:sp>
        <p:nvSpPr>
          <p:cNvPr id="9" name="8 Marcador de número de diapositiva"/>
          <p:cNvSpPr>
            <a:spLocks noGrp="1"/>
          </p:cNvSpPr>
          <p:nvPr>
            <p:ph type="sldNum" sz="quarter" idx="12"/>
          </p:nvPr>
        </p:nvSpPr>
        <p:spPr/>
        <p:txBody>
          <a:bodyPr/>
          <a:lstStyle/>
          <a:p>
            <a:fld id="{872CC97B-6CDE-40C6-9731-34662AC62521}" type="slidenum">
              <a:rPr lang="es-AR" smtClean="0"/>
              <a:t>‹Nº›</a:t>
            </a:fld>
            <a:endParaRPr lang="es-AR"/>
          </a:p>
        </p:txBody>
      </p:sp>
    </p:spTree>
    <p:extLst>
      <p:ext uri="{BB962C8B-B14F-4D97-AF65-F5344CB8AC3E}">
        <p14:creationId xmlns:p14="http://schemas.microsoft.com/office/powerpoint/2010/main" val="33586824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fecha"/>
          <p:cNvSpPr>
            <a:spLocks noGrp="1"/>
          </p:cNvSpPr>
          <p:nvPr>
            <p:ph type="dt" sz="half" idx="10"/>
          </p:nvPr>
        </p:nvSpPr>
        <p:spPr/>
        <p:txBody>
          <a:bodyPr/>
          <a:lstStyle/>
          <a:p>
            <a:fld id="{52327246-92ED-4D73-BA48-5C6718EEC269}" type="datetimeFigureOut">
              <a:rPr lang="es-AR" smtClean="0"/>
              <a:t>17/04/2024</a:t>
            </a:fld>
            <a:endParaRPr lang="es-AR"/>
          </a:p>
        </p:txBody>
      </p:sp>
      <p:sp>
        <p:nvSpPr>
          <p:cNvPr id="4" name="3 Marcador de pie de página"/>
          <p:cNvSpPr>
            <a:spLocks noGrp="1"/>
          </p:cNvSpPr>
          <p:nvPr>
            <p:ph type="ftr" sz="quarter" idx="11"/>
          </p:nvPr>
        </p:nvSpPr>
        <p:spPr/>
        <p:txBody>
          <a:bodyPr/>
          <a:lstStyle/>
          <a:p>
            <a:endParaRPr lang="es-AR"/>
          </a:p>
        </p:txBody>
      </p:sp>
      <p:sp>
        <p:nvSpPr>
          <p:cNvPr id="5" name="4 Marcador de número de diapositiva"/>
          <p:cNvSpPr>
            <a:spLocks noGrp="1"/>
          </p:cNvSpPr>
          <p:nvPr>
            <p:ph type="sldNum" sz="quarter" idx="12"/>
          </p:nvPr>
        </p:nvSpPr>
        <p:spPr/>
        <p:txBody>
          <a:bodyPr/>
          <a:lstStyle/>
          <a:p>
            <a:fld id="{872CC97B-6CDE-40C6-9731-34662AC62521}" type="slidenum">
              <a:rPr lang="es-AR" smtClean="0"/>
              <a:t>‹Nº›</a:t>
            </a:fld>
            <a:endParaRPr lang="es-AR"/>
          </a:p>
        </p:txBody>
      </p:sp>
    </p:spTree>
    <p:extLst>
      <p:ext uri="{BB962C8B-B14F-4D97-AF65-F5344CB8AC3E}">
        <p14:creationId xmlns:p14="http://schemas.microsoft.com/office/powerpoint/2010/main" val="39612401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52327246-92ED-4D73-BA48-5C6718EEC269}" type="datetimeFigureOut">
              <a:rPr lang="es-AR" smtClean="0"/>
              <a:t>17/04/2024</a:t>
            </a:fld>
            <a:endParaRPr lang="es-AR"/>
          </a:p>
        </p:txBody>
      </p:sp>
      <p:sp>
        <p:nvSpPr>
          <p:cNvPr id="3" name="2 Marcador de pie de página"/>
          <p:cNvSpPr>
            <a:spLocks noGrp="1"/>
          </p:cNvSpPr>
          <p:nvPr>
            <p:ph type="ftr" sz="quarter" idx="11"/>
          </p:nvPr>
        </p:nvSpPr>
        <p:spPr/>
        <p:txBody>
          <a:bodyPr/>
          <a:lstStyle/>
          <a:p>
            <a:endParaRPr lang="es-AR"/>
          </a:p>
        </p:txBody>
      </p:sp>
      <p:sp>
        <p:nvSpPr>
          <p:cNvPr id="4" name="3 Marcador de número de diapositiva"/>
          <p:cNvSpPr>
            <a:spLocks noGrp="1"/>
          </p:cNvSpPr>
          <p:nvPr>
            <p:ph type="sldNum" sz="quarter" idx="12"/>
          </p:nvPr>
        </p:nvSpPr>
        <p:spPr/>
        <p:txBody>
          <a:bodyPr/>
          <a:lstStyle/>
          <a:p>
            <a:fld id="{872CC97B-6CDE-40C6-9731-34662AC62521}" type="slidenum">
              <a:rPr lang="es-AR" smtClean="0"/>
              <a:t>‹Nº›</a:t>
            </a:fld>
            <a:endParaRPr lang="es-AR"/>
          </a:p>
        </p:txBody>
      </p:sp>
    </p:spTree>
    <p:extLst>
      <p:ext uri="{BB962C8B-B14F-4D97-AF65-F5344CB8AC3E}">
        <p14:creationId xmlns:p14="http://schemas.microsoft.com/office/powerpoint/2010/main" val="38642463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52327246-92ED-4D73-BA48-5C6718EEC269}" type="datetimeFigureOut">
              <a:rPr lang="es-AR" smtClean="0"/>
              <a:t>17/04/2024</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872CC97B-6CDE-40C6-9731-34662AC62521}" type="slidenum">
              <a:rPr lang="es-AR" smtClean="0"/>
              <a:t>‹Nº›</a:t>
            </a:fld>
            <a:endParaRPr lang="es-AR"/>
          </a:p>
        </p:txBody>
      </p:sp>
    </p:spTree>
    <p:extLst>
      <p:ext uri="{BB962C8B-B14F-4D97-AF65-F5344CB8AC3E}">
        <p14:creationId xmlns:p14="http://schemas.microsoft.com/office/powerpoint/2010/main" val="3700347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52327246-92ED-4D73-BA48-5C6718EEC269}" type="datetimeFigureOut">
              <a:rPr lang="es-AR" smtClean="0"/>
              <a:t>17/04/2024</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872CC97B-6CDE-40C6-9731-34662AC62521}" type="slidenum">
              <a:rPr lang="es-AR" smtClean="0"/>
              <a:t>‹Nº›</a:t>
            </a:fld>
            <a:endParaRPr lang="es-AR"/>
          </a:p>
        </p:txBody>
      </p:sp>
    </p:spTree>
    <p:extLst>
      <p:ext uri="{BB962C8B-B14F-4D97-AF65-F5344CB8AC3E}">
        <p14:creationId xmlns:p14="http://schemas.microsoft.com/office/powerpoint/2010/main" val="2719129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10"/>
          </p:nvPr>
        </p:nvSpPr>
        <p:spPr/>
        <p:txBody>
          <a:bodyPr/>
          <a:lstStyle/>
          <a:p>
            <a:fld id="{52327246-92ED-4D73-BA48-5C6718EEC269}" type="datetimeFigureOut">
              <a:rPr lang="es-AR" smtClean="0"/>
              <a:t>17/04/2024</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872CC97B-6CDE-40C6-9731-34662AC62521}" type="slidenum">
              <a:rPr lang="es-AR" smtClean="0"/>
              <a:t>‹Nº›</a:t>
            </a:fld>
            <a:endParaRPr lang="es-AR"/>
          </a:p>
        </p:txBody>
      </p:sp>
    </p:spTree>
    <p:extLst>
      <p:ext uri="{BB962C8B-B14F-4D97-AF65-F5344CB8AC3E}">
        <p14:creationId xmlns:p14="http://schemas.microsoft.com/office/powerpoint/2010/main" val="2954361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10"/>
          </p:nvPr>
        </p:nvSpPr>
        <p:spPr/>
        <p:txBody>
          <a:bodyPr/>
          <a:lstStyle/>
          <a:p>
            <a:fld id="{52327246-92ED-4D73-BA48-5C6718EEC269}" type="datetimeFigureOut">
              <a:rPr lang="es-AR" smtClean="0"/>
              <a:t>17/04/2024</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872CC97B-6CDE-40C6-9731-34662AC62521}" type="slidenum">
              <a:rPr lang="es-AR" smtClean="0"/>
              <a:t>‹Nº›</a:t>
            </a:fld>
            <a:endParaRPr lang="es-AR"/>
          </a:p>
        </p:txBody>
      </p:sp>
    </p:spTree>
    <p:extLst>
      <p:ext uri="{BB962C8B-B14F-4D97-AF65-F5344CB8AC3E}">
        <p14:creationId xmlns:p14="http://schemas.microsoft.com/office/powerpoint/2010/main" val="33099079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327246-92ED-4D73-BA48-5C6718EEC269}" type="datetimeFigureOut">
              <a:rPr lang="es-AR" smtClean="0"/>
              <a:t>17/04/2024</a:t>
            </a:fld>
            <a:endParaRPr lang="es-A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CC97B-6CDE-40C6-9731-34662AC62521}" type="slidenum">
              <a:rPr lang="es-AR" smtClean="0"/>
              <a:t>‹Nº›</a:t>
            </a:fld>
            <a:endParaRPr lang="es-AR"/>
          </a:p>
        </p:txBody>
      </p:sp>
    </p:spTree>
    <p:extLst>
      <p:ext uri="{BB962C8B-B14F-4D97-AF65-F5344CB8AC3E}">
        <p14:creationId xmlns:p14="http://schemas.microsoft.com/office/powerpoint/2010/main" val="19789621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AR" dirty="0" smtClean="0"/>
              <a:t>Paradigmas de Programación</a:t>
            </a:r>
            <a:endParaRPr lang="es-AR" dirty="0"/>
          </a:p>
        </p:txBody>
      </p:sp>
      <p:sp>
        <p:nvSpPr>
          <p:cNvPr id="3" name="2 Subtítulo"/>
          <p:cNvSpPr>
            <a:spLocks noGrp="1"/>
          </p:cNvSpPr>
          <p:nvPr>
            <p:ph type="subTitle" idx="1"/>
          </p:nvPr>
        </p:nvSpPr>
        <p:spPr/>
        <p:txBody>
          <a:bodyPr/>
          <a:lstStyle/>
          <a:p>
            <a:endParaRPr lang="es-AR"/>
          </a:p>
        </p:txBody>
      </p:sp>
    </p:spTree>
    <p:extLst>
      <p:ext uri="{BB962C8B-B14F-4D97-AF65-F5344CB8AC3E}">
        <p14:creationId xmlns:p14="http://schemas.microsoft.com/office/powerpoint/2010/main" val="8179252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Paradigma Funcional - </a:t>
            </a:r>
            <a:r>
              <a:rPr lang="es-AR" dirty="0" err="1" smtClean="0"/>
              <a:t>Haskell</a:t>
            </a:r>
            <a:endParaRPr lang="es-AR" dirty="0"/>
          </a:p>
        </p:txBody>
      </p:sp>
      <p:sp>
        <p:nvSpPr>
          <p:cNvPr id="3" name="2 Marcador de contenido"/>
          <p:cNvSpPr>
            <a:spLocks noGrp="1"/>
          </p:cNvSpPr>
          <p:nvPr>
            <p:ph idx="1"/>
          </p:nvPr>
        </p:nvSpPr>
        <p:spPr>
          <a:xfrm>
            <a:off x="457200" y="1600200"/>
            <a:ext cx="8229600" cy="4997152"/>
          </a:xfrm>
        </p:spPr>
        <p:txBody>
          <a:bodyPr>
            <a:normAutofit lnSpcReduction="10000"/>
          </a:bodyPr>
          <a:lstStyle/>
          <a:p>
            <a:r>
              <a:rPr lang="es-AR" dirty="0" smtClean="0"/>
              <a:t>Orden Superior</a:t>
            </a:r>
          </a:p>
          <a:p>
            <a:pPr lvl="2"/>
            <a:r>
              <a:rPr lang="es-AR" dirty="0" err="1" smtClean="0"/>
              <a:t>esMultiploDeDos</a:t>
            </a:r>
            <a:r>
              <a:rPr lang="es-AR" dirty="0" smtClean="0"/>
              <a:t> </a:t>
            </a:r>
            <a:r>
              <a:rPr lang="es-AR" dirty="0" err="1" smtClean="0"/>
              <a:t>nro</a:t>
            </a:r>
            <a:r>
              <a:rPr lang="es-AR" dirty="0" smtClean="0"/>
              <a:t> = </a:t>
            </a:r>
            <a:r>
              <a:rPr lang="es-AR" dirty="0" err="1" smtClean="0">
                <a:solidFill>
                  <a:srgbClr val="00B0F0"/>
                </a:solidFill>
              </a:rPr>
              <a:t>mod</a:t>
            </a:r>
            <a:r>
              <a:rPr lang="es-AR" dirty="0" smtClean="0">
                <a:solidFill>
                  <a:srgbClr val="00B0F0"/>
                </a:solidFill>
              </a:rPr>
              <a:t> </a:t>
            </a:r>
            <a:r>
              <a:rPr lang="es-AR" dirty="0" err="1" smtClean="0">
                <a:solidFill>
                  <a:srgbClr val="00B0F0"/>
                </a:solidFill>
              </a:rPr>
              <a:t>nro</a:t>
            </a:r>
            <a:r>
              <a:rPr lang="es-AR" dirty="0" smtClean="0">
                <a:solidFill>
                  <a:srgbClr val="00B0F0"/>
                </a:solidFill>
              </a:rPr>
              <a:t> </a:t>
            </a:r>
            <a:r>
              <a:rPr lang="es-AR" dirty="0" smtClean="0">
                <a:solidFill>
                  <a:srgbClr val="FF0000"/>
                </a:solidFill>
              </a:rPr>
              <a:t>2</a:t>
            </a:r>
            <a:r>
              <a:rPr lang="es-AR" dirty="0" smtClean="0"/>
              <a:t> </a:t>
            </a:r>
            <a:r>
              <a:rPr lang="es-AR" dirty="0" smtClean="0">
                <a:solidFill>
                  <a:srgbClr val="00B0F0"/>
                </a:solidFill>
              </a:rPr>
              <a:t>== 0</a:t>
            </a:r>
          </a:p>
          <a:p>
            <a:pPr lvl="2"/>
            <a:r>
              <a:rPr lang="es-AR" dirty="0" err="1" smtClean="0"/>
              <a:t>esMultiploDeTres</a:t>
            </a:r>
            <a:r>
              <a:rPr lang="es-AR" dirty="0" smtClean="0"/>
              <a:t> </a:t>
            </a:r>
            <a:r>
              <a:rPr lang="es-AR" dirty="0" err="1"/>
              <a:t>nro</a:t>
            </a:r>
            <a:r>
              <a:rPr lang="es-AR" dirty="0"/>
              <a:t> = </a:t>
            </a:r>
            <a:r>
              <a:rPr lang="es-AR" dirty="0" err="1">
                <a:solidFill>
                  <a:srgbClr val="00B0F0"/>
                </a:solidFill>
              </a:rPr>
              <a:t>mod</a:t>
            </a:r>
            <a:r>
              <a:rPr lang="es-AR" dirty="0">
                <a:solidFill>
                  <a:srgbClr val="00B0F0"/>
                </a:solidFill>
              </a:rPr>
              <a:t> </a:t>
            </a:r>
            <a:r>
              <a:rPr lang="es-AR" dirty="0" err="1">
                <a:solidFill>
                  <a:srgbClr val="00B0F0"/>
                </a:solidFill>
              </a:rPr>
              <a:t>nro</a:t>
            </a:r>
            <a:r>
              <a:rPr lang="es-AR" dirty="0">
                <a:solidFill>
                  <a:srgbClr val="00B0F0"/>
                </a:solidFill>
              </a:rPr>
              <a:t> </a:t>
            </a:r>
            <a:r>
              <a:rPr lang="es-AR" dirty="0" smtClean="0">
                <a:solidFill>
                  <a:srgbClr val="FF0000"/>
                </a:solidFill>
              </a:rPr>
              <a:t>3</a:t>
            </a:r>
            <a:r>
              <a:rPr lang="es-AR" dirty="0" smtClean="0">
                <a:solidFill>
                  <a:srgbClr val="00B0F0"/>
                </a:solidFill>
              </a:rPr>
              <a:t> </a:t>
            </a:r>
            <a:r>
              <a:rPr lang="es-AR" dirty="0">
                <a:solidFill>
                  <a:srgbClr val="00B0F0"/>
                </a:solidFill>
              </a:rPr>
              <a:t>== 0</a:t>
            </a:r>
          </a:p>
          <a:p>
            <a:pPr lvl="2"/>
            <a:r>
              <a:rPr lang="es-AR" dirty="0" err="1" smtClean="0"/>
              <a:t>esMultiploDeDiez</a:t>
            </a:r>
            <a:r>
              <a:rPr lang="es-AR" dirty="0" smtClean="0"/>
              <a:t> </a:t>
            </a:r>
            <a:r>
              <a:rPr lang="es-AR" dirty="0" err="1"/>
              <a:t>nro</a:t>
            </a:r>
            <a:r>
              <a:rPr lang="es-AR" dirty="0"/>
              <a:t> = </a:t>
            </a:r>
            <a:r>
              <a:rPr lang="es-AR" dirty="0" err="1">
                <a:solidFill>
                  <a:srgbClr val="00B0F0"/>
                </a:solidFill>
              </a:rPr>
              <a:t>mod</a:t>
            </a:r>
            <a:r>
              <a:rPr lang="es-AR" dirty="0">
                <a:solidFill>
                  <a:srgbClr val="00B0F0"/>
                </a:solidFill>
              </a:rPr>
              <a:t> </a:t>
            </a:r>
            <a:r>
              <a:rPr lang="es-AR" dirty="0" err="1">
                <a:solidFill>
                  <a:srgbClr val="00B0F0"/>
                </a:solidFill>
              </a:rPr>
              <a:t>nro</a:t>
            </a:r>
            <a:r>
              <a:rPr lang="es-AR" dirty="0">
                <a:solidFill>
                  <a:srgbClr val="00B0F0"/>
                </a:solidFill>
              </a:rPr>
              <a:t> </a:t>
            </a:r>
            <a:r>
              <a:rPr lang="es-AR" dirty="0" smtClean="0">
                <a:solidFill>
                  <a:srgbClr val="FF0000"/>
                </a:solidFill>
              </a:rPr>
              <a:t>10</a:t>
            </a:r>
            <a:r>
              <a:rPr lang="es-AR" dirty="0" smtClean="0">
                <a:solidFill>
                  <a:srgbClr val="00B0F0"/>
                </a:solidFill>
              </a:rPr>
              <a:t> </a:t>
            </a:r>
            <a:r>
              <a:rPr lang="es-AR" dirty="0">
                <a:solidFill>
                  <a:srgbClr val="00B0F0"/>
                </a:solidFill>
              </a:rPr>
              <a:t>== </a:t>
            </a:r>
            <a:r>
              <a:rPr lang="es-AR" dirty="0" smtClean="0">
                <a:solidFill>
                  <a:srgbClr val="00B0F0"/>
                </a:solidFill>
              </a:rPr>
              <a:t>0</a:t>
            </a:r>
          </a:p>
          <a:p>
            <a:pPr lvl="1"/>
            <a:r>
              <a:rPr lang="es-AR" dirty="0" smtClean="0"/>
              <a:t>Se simplifica</a:t>
            </a:r>
          </a:p>
          <a:p>
            <a:pPr lvl="2"/>
            <a:r>
              <a:rPr lang="es-AR" dirty="0" err="1" smtClean="0"/>
              <a:t>esMultiploDe</a:t>
            </a:r>
            <a:r>
              <a:rPr lang="es-AR" dirty="0" smtClean="0"/>
              <a:t> divisor  </a:t>
            </a:r>
            <a:r>
              <a:rPr lang="es-AR" dirty="0" err="1" smtClean="0"/>
              <a:t>nro</a:t>
            </a:r>
            <a:r>
              <a:rPr lang="es-AR" dirty="0" smtClean="0"/>
              <a:t> = </a:t>
            </a:r>
            <a:r>
              <a:rPr lang="es-AR" dirty="0" err="1" smtClean="0"/>
              <a:t>mod</a:t>
            </a:r>
            <a:r>
              <a:rPr lang="es-AR" dirty="0" smtClean="0"/>
              <a:t> </a:t>
            </a:r>
            <a:r>
              <a:rPr lang="es-AR" dirty="0" err="1" smtClean="0"/>
              <a:t>nro</a:t>
            </a:r>
            <a:r>
              <a:rPr lang="es-AR" dirty="0" smtClean="0"/>
              <a:t> divisor == 0</a:t>
            </a:r>
          </a:p>
          <a:p>
            <a:r>
              <a:rPr lang="es-AR" dirty="0" smtClean="0"/>
              <a:t>Ordenar </a:t>
            </a:r>
            <a:r>
              <a:rPr lang="es-AR" dirty="0" err="1" smtClean="0"/>
              <a:t>alfabeticamente</a:t>
            </a:r>
            <a:r>
              <a:rPr lang="es-AR" dirty="0" smtClean="0"/>
              <a:t>/por precio/ por </a:t>
            </a:r>
            <a:r>
              <a:rPr lang="es-AR" dirty="0" err="1" smtClean="0"/>
              <a:t>calorias</a:t>
            </a:r>
            <a:endParaRPr lang="es-AR" dirty="0" smtClean="0"/>
          </a:p>
          <a:p>
            <a:pPr lvl="1"/>
            <a:r>
              <a:rPr lang="es-AR" dirty="0" err="1" smtClean="0"/>
              <a:t>ordenarAlfabeticamente</a:t>
            </a:r>
            <a:r>
              <a:rPr lang="es-AR" dirty="0" smtClean="0"/>
              <a:t>  Lista</a:t>
            </a:r>
          </a:p>
          <a:p>
            <a:pPr lvl="1"/>
            <a:r>
              <a:rPr lang="es-AR" dirty="0" err="1" smtClean="0"/>
              <a:t>ordenarPorPrecio</a:t>
            </a:r>
            <a:r>
              <a:rPr lang="es-AR" dirty="0" smtClean="0"/>
              <a:t>  Lista</a:t>
            </a:r>
          </a:p>
          <a:p>
            <a:pPr lvl="1"/>
            <a:r>
              <a:rPr lang="es-AR" dirty="0" err="1" smtClean="0"/>
              <a:t>ordenarPorCaloria</a:t>
            </a:r>
            <a:r>
              <a:rPr lang="es-AR" dirty="0" smtClean="0"/>
              <a:t>  Lista</a:t>
            </a:r>
            <a:endParaRPr lang="es-AR" dirty="0"/>
          </a:p>
          <a:p>
            <a:pPr lvl="1"/>
            <a:endParaRPr lang="es-AR" dirty="0" smtClean="0"/>
          </a:p>
          <a:p>
            <a:pPr lvl="2"/>
            <a:endParaRPr lang="es-AR" dirty="0" smtClean="0"/>
          </a:p>
          <a:p>
            <a:pPr lvl="1"/>
            <a:endParaRPr lang="es-AR" dirty="0"/>
          </a:p>
          <a:p>
            <a:pPr lvl="1"/>
            <a:endParaRPr lang="es-AR" dirty="0" smtClean="0"/>
          </a:p>
          <a:p>
            <a:pPr lvl="1"/>
            <a:endParaRPr lang="es-AR" dirty="0" smtClean="0"/>
          </a:p>
          <a:p>
            <a:pPr lvl="1"/>
            <a:endParaRPr lang="es-AR" dirty="0" smtClean="0"/>
          </a:p>
          <a:p>
            <a:pPr lvl="1"/>
            <a:endParaRPr lang="es-AR" dirty="0" smtClean="0"/>
          </a:p>
        </p:txBody>
      </p:sp>
    </p:spTree>
    <p:extLst>
      <p:ext uri="{BB962C8B-B14F-4D97-AF65-F5344CB8AC3E}">
        <p14:creationId xmlns:p14="http://schemas.microsoft.com/office/powerpoint/2010/main" val="210252044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Paradigma Funcional - </a:t>
            </a:r>
            <a:r>
              <a:rPr lang="es-AR" dirty="0" err="1" smtClean="0"/>
              <a:t>Haskell</a:t>
            </a:r>
            <a:endParaRPr lang="es-AR" dirty="0"/>
          </a:p>
        </p:txBody>
      </p:sp>
      <p:sp>
        <p:nvSpPr>
          <p:cNvPr id="3" name="2 Marcador de contenido"/>
          <p:cNvSpPr>
            <a:spLocks noGrp="1"/>
          </p:cNvSpPr>
          <p:nvPr>
            <p:ph idx="1"/>
          </p:nvPr>
        </p:nvSpPr>
        <p:spPr>
          <a:xfrm>
            <a:off x="457200" y="1600200"/>
            <a:ext cx="8229600" cy="4997152"/>
          </a:xfrm>
        </p:spPr>
        <p:txBody>
          <a:bodyPr>
            <a:normAutofit/>
          </a:bodyPr>
          <a:lstStyle/>
          <a:p>
            <a:r>
              <a:rPr lang="es-AR" dirty="0" smtClean="0"/>
              <a:t>Orden Superior</a:t>
            </a:r>
          </a:p>
          <a:p>
            <a:pPr lvl="1"/>
            <a:r>
              <a:rPr lang="es-AR" dirty="0" err="1" smtClean="0"/>
              <a:t>ordenarPor</a:t>
            </a:r>
            <a:r>
              <a:rPr lang="es-AR" dirty="0" smtClean="0"/>
              <a:t>  </a:t>
            </a:r>
            <a:r>
              <a:rPr lang="es-AR" dirty="0" smtClean="0">
                <a:solidFill>
                  <a:srgbClr val="FF0000"/>
                </a:solidFill>
              </a:rPr>
              <a:t>nombre</a:t>
            </a:r>
            <a:r>
              <a:rPr lang="es-AR" dirty="0" smtClean="0"/>
              <a:t>  Lista</a:t>
            </a:r>
          </a:p>
          <a:p>
            <a:pPr lvl="1"/>
            <a:r>
              <a:rPr lang="es-AR" dirty="0" err="1"/>
              <a:t>ordenarPor</a:t>
            </a:r>
            <a:r>
              <a:rPr lang="es-AR" dirty="0"/>
              <a:t>  </a:t>
            </a:r>
            <a:r>
              <a:rPr lang="es-AR" dirty="0" smtClean="0">
                <a:solidFill>
                  <a:srgbClr val="FF0000"/>
                </a:solidFill>
              </a:rPr>
              <a:t>precio</a:t>
            </a:r>
            <a:r>
              <a:rPr lang="es-AR" dirty="0" smtClean="0"/>
              <a:t>  </a:t>
            </a:r>
            <a:r>
              <a:rPr lang="es-AR" dirty="0"/>
              <a:t>Lista</a:t>
            </a:r>
          </a:p>
          <a:p>
            <a:pPr lvl="1"/>
            <a:r>
              <a:rPr lang="es-AR" dirty="0" err="1"/>
              <a:t>ordenarPor</a:t>
            </a:r>
            <a:r>
              <a:rPr lang="es-AR" dirty="0"/>
              <a:t>  </a:t>
            </a:r>
            <a:r>
              <a:rPr lang="es-AR" dirty="0" err="1" smtClean="0">
                <a:solidFill>
                  <a:srgbClr val="FF0000"/>
                </a:solidFill>
              </a:rPr>
              <a:t>caloria</a:t>
            </a:r>
            <a:r>
              <a:rPr lang="es-AR" dirty="0" smtClean="0"/>
              <a:t>  Lista</a:t>
            </a:r>
          </a:p>
          <a:p>
            <a:r>
              <a:rPr lang="es-AR" dirty="0" smtClean="0"/>
              <a:t>Las funciones son valores de primer orden.</a:t>
            </a:r>
          </a:p>
          <a:p>
            <a:r>
              <a:rPr lang="es-AR" dirty="0" smtClean="0"/>
              <a:t>Permite construir abstracciones más genéricas</a:t>
            </a:r>
          </a:p>
          <a:p>
            <a:r>
              <a:rPr lang="es-AR" dirty="0" smtClean="0"/>
              <a:t>Se separa el </a:t>
            </a:r>
            <a:r>
              <a:rPr lang="es-AR" dirty="0" err="1" smtClean="0"/>
              <a:t>algorítmo</a:t>
            </a:r>
            <a:r>
              <a:rPr lang="es-AR" dirty="0" smtClean="0"/>
              <a:t> de la implementación en particular.</a:t>
            </a:r>
          </a:p>
          <a:p>
            <a:r>
              <a:rPr lang="es-AR" dirty="0" smtClean="0"/>
              <a:t>Se logra mayor </a:t>
            </a:r>
            <a:r>
              <a:rPr lang="es-AR" dirty="0" err="1" smtClean="0"/>
              <a:t>declaratividad</a:t>
            </a:r>
            <a:r>
              <a:rPr lang="es-AR" dirty="0" smtClean="0"/>
              <a:t>.</a:t>
            </a:r>
            <a:endParaRPr lang="es-AR" dirty="0"/>
          </a:p>
          <a:p>
            <a:pPr lvl="1"/>
            <a:endParaRPr lang="es-AR" dirty="0" smtClean="0"/>
          </a:p>
          <a:p>
            <a:pPr lvl="2"/>
            <a:endParaRPr lang="es-AR" dirty="0" smtClean="0"/>
          </a:p>
          <a:p>
            <a:pPr lvl="1"/>
            <a:endParaRPr lang="es-AR" dirty="0"/>
          </a:p>
          <a:p>
            <a:pPr lvl="1"/>
            <a:endParaRPr lang="es-AR" dirty="0" smtClean="0"/>
          </a:p>
          <a:p>
            <a:pPr lvl="1"/>
            <a:endParaRPr lang="es-AR" dirty="0" smtClean="0"/>
          </a:p>
          <a:p>
            <a:pPr lvl="1"/>
            <a:endParaRPr lang="es-AR" dirty="0" smtClean="0"/>
          </a:p>
          <a:p>
            <a:pPr lvl="1"/>
            <a:endParaRPr lang="es-AR" dirty="0" smtClean="0"/>
          </a:p>
        </p:txBody>
      </p:sp>
    </p:spTree>
    <p:extLst>
      <p:ext uri="{BB962C8B-B14F-4D97-AF65-F5344CB8AC3E}">
        <p14:creationId xmlns:p14="http://schemas.microsoft.com/office/powerpoint/2010/main" val="289259270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Paradigma Funcional - </a:t>
            </a:r>
            <a:r>
              <a:rPr lang="es-AR" dirty="0" err="1" smtClean="0"/>
              <a:t>Haskell</a:t>
            </a:r>
            <a:endParaRPr lang="es-AR" dirty="0"/>
          </a:p>
        </p:txBody>
      </p:sp>
      <p:sp>
        <p:nvSpPr>
          <p:cNvPr id="3" name="2 Marcador de contenido"/>
          <p:cNvSpPr>
            <a:spLocks noGrp="1"/>
          </p:cNvSpPr>
          <p:nvPr>
            <p:ph idx="1"/>
          </p:nvPr>
        </p:nvSpPr>
        <p:spPr>
          <a:xfrm>
            <a:off x="457200" y="1600200"/>
            <a:ext cx="8229600" cy="4997152"/>
          </a:xfrm>
        </p:spPr>
        <p:txBody>
          <a:bodyPr>
            <a:normAutofit/>
          </a:bodyPr>
          <a:lstStyle/>
          <a:p>
            <a:r>
              <a:rPr lang="es-AR" dirty="0" smtClean="0"/>
              <a:t>Ejemplo SUMA:</a:t>
            </a:r>
          </a:p>
          <a:p>
            <a:pPr lvl="1"/>
            <a:r>
              <a:rPr lang="es-AR" dirty="0" smtClean="0"/>
              <a:t>Realizar el promedio de edad de una lista de personas, sabiendo que la función sum hace la suma de una lista de números. Por lo tanto solo necesitamos generar una lista de edades y el resto ya está hecho.</a:t>
            </a:r>
          </a:p>
          <a:p>
            <a:pPr lvl="2"/>
            <a:r>
              <a:rPr lang="es-AR" dirty="0" err="1" smtClean="0"/>
              <a:t>promedioEdades</a:t>
            </a:r>
            <a:r>
              <a:rPr lang="es-AR" dirty="0" smtClean="0"/>
              <a:t> personas = (sum . edades) personas / </a:t>
            </a:r>
            <a:r>
              <a:rPr lang="es-AR" dirty="0" err="1" smtClean="0"/>
              <a:t>length</a:t>
            </a:r>
            <a:r>
              <a:rPr lang="es-AR" dirty="0" smtClean="0"/>
              <a:t> personas</a:t>
            </a:r>
          </a:p>
          <a:p>
            <a:pPr lvl="2"/>
            <a:r>
              <a:rPr lang="es-AR" dirty="0"/>
              <a:t>e</a:t>
            </a:r>
            <a:r>
              <a:rPr lang="es-AR" dirty="0" smtClean="0"/>
              <a:t>dades [] = []</a:t>
            </a:r>
          </a:p>
          <a:p>
            <a:pPr lvl="2"/>
            <a:r>
              <a:rPr lang="es-AR" dirty="0" smtClean="0"/>
              <a:t>edades [</a:t>
            </a:r>
            <a:r>
              <a:rPr lang="es-AR" dirty="0" err="1" smtClean="0"/>
              <a:t>x:xs</a:t>
            </a:r>
            <a:r>
              <a:rPr lang="es-AR" dirty="0" smtClean="0"/>
              <a:t>] = edad x : edades </a:t>
            </a:r>
            <a:r>
              <a:rPr lang="es-AR" dirty="0" err="1" smtClean="0"/>
              <a:t>xs</a:t>
            </a:r>
            <a:endParaRPr lang="es-AR" dirty="0" smtClean="0"/>
          </a:p>
          <a:p>
            <a:pPr lvl="1"/>
            <a:endParaRPr lang="es-AR" dirty="0" smtClean="0"/>
          </a:p>
          <a:p>
            <a:pPr lvl="2"/>
            <a:endParaRPr lang="es-AR" dirty="0" smtClean="0"/>
          </a:p>
          <a:p>
            <a:pPr lvl="1"/>
            <a:endParaRPr lang="es-AR" dirty="0"/>
          </a:p>
          <a:p>
            <a:pPr lvl="1"/>
            <a:endParaRPr lang="es-AR" dirty="0" smtClean="0"/>
          </a:p>
          <a:p>
            <a:pPr lvl="1"/>
            <a:endParaRPr lang="es-AR" dirty="0" smtClean="0"/>
          </a:p>
          <a:p>
            <a:pPr lvl="1"/>
            <a:endParaRPr lang="es-AR" dirty="0" smtClean="0"/>
          </a:p>
          <a:p>
            <a:pPr lvl="1"/>
            <a:endParaRPr lang="es-AR" dirty="0" smtClean="0"/>
          </a:p>
        </p:txBody>
      </p:sp>
    </p:spTree>
    <p:extLst>
      <p:ext uri="{BB962C8B-B14F-4D97-AF65-F5344CB8AC3E}">
        <p14:creationId xmlns:p14="http://schemas.microsoft.com/office/powerpoint/2010/main" val="2622785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Paradigma Funcional - </a:t>
            </a:r>
            <a:r>
              <a:rPr lang="es-AR" dirty="0" err="1" smtClean="0"/>
              <a:t>Haskell</a:t>
            </a:r>
            <a:endParaRPr lang="es-AR" dirty="0"/>
          </a:p>
        </p:txBody>
      </p:sp>
      <p:sp>
        <p:nvSpPr>
          <p:cNvPr id="3" name="2 Marcador de contenido"/>
          <p:cNvSpPr>
            <a:spLocks noGrp="1"/>
          </p:cNvSpPr>
          <p:nvPr>
            <p:ph idx="1"/>
          </p:nvPr>
        </p:nvSpPr>
        <p:spPr>
          <a:xfrm>
            <a:off x="457200" y="1600200"/>
            <a:ext cx="8229600" cy="4997152"/>
          </a:xfrm>
        </p:spPr>
        <p:txBody>
          <a:bodyPr>
            <a:normAutofit/>
          </a:bodyPr>
          <a:lstStyle/>
          <a:p>
            <a:r>
              <a:rPr lang="es-AR" dirty="0" smtClean="0"/>
              <a:t>Ejemplo Doble:</a:t>
            </a:r>
          </a:p>
          <a:p>
            <a:pPr lvl="1"/>
            <a:r>
              <a:rPr lang="es-AR" dirty="0" smtClean="0"/>
              <a:t>Calcular el doble de una lista de números.</a:t>
            </a:r>
          </a:p>
          <a:p>
            <a:pPr lvl="2"/>
            <a:r>
              <a:rPr lang="es-AR" dirty="0" err="1"/>
              <a:t>d</a:t>
            </a:r>
            <a:r>
              <a:rPr lang="es-AR" dirty="0" err="1" smtClean="0"/>
              <a:t>uplicarTodos</a:t>
            </a:r>
            <a:r>
              <a:rPr lang="es-AR" dirty="0" smtClean="0"/>
              <a:t>  [] = []</a:t>
            </a:r>
          </a:p>
          <a:p>
            <a:pPr lvl="2"/>
            <a:r>
              <a:rPr lang="es-AR" dirty="0" err="1" smtClean="0"/>
              <a:t>duplicarTodos</a:t>
            </a:r>
            <a:r>
              <a:rPr lang="es-AR" dirty="0" smtClean="0"/>
              <a:t> [</a:t>
            </a:r>
            <a:r>
              <a:rPr lang="es-AR" dirty="0" err="1" smtClean="0"/>
              <a:t>x:xs</a:t>
            </a:r>
            <a:r>
              <a:rPr lang="es-AR" dirty="0" smtClean="0"/>
              <a:t>] = doble x : </a:t>
            </a:r>
            <a:r>
              <a:rPr lang="es-AR" dirty="0" err="1" smtClean="0"/>
              <a:t>duplicarTodos</a:t>
            </a:r>
            <a:r>
              <a:rPr lang="es-AR" dirty="0" smtClean="0"/>
              <a:t> </a:t>
            </a:r>
            <a:r>
              <a:rPr lang="es-AR" dirty="0" err="1" smtClean="0"/>
              <a:t>xs</a:t>
            </a:r>
            <a:endParaRPr lang="es-AR" dirty="0" smtClean="0"/>
          </a:p>
          <a:p>
            <a:r>
              <a:rPr lang="es-AR" dirty="0" smtClean="0"/>
              <a:t>Ejemplo Iniciales:</a:t>
            </a:r>
          </a:p>
          <a:p>
            <a:pPr lvl="1"/>
            <a:r>
              <a:rPr lang="es-AR" dirty="0" smtClean="0"/>
              <a:t>Obtener las iniciales de una lista de palabras</a:t>
            </a:r>
          </a:p>
          <a:p>
            <a:pPr lvl="2"/>
            <a:r>
              <a:rPr lang="es-AR" dirty="0"/>
              <a:t>i</a:t>
            </a:r>
            <a:r>
              <a:rPr lang="es-AR" dirty="0" smtClean="0"/>
              <a:t>niciales [] = []</a:t>
            </a:r>
          </a:p>
          <a:p>
            <a:pPr lvl="2"/>
            <a:r>
              <a:rPr lang="es-AR" dirty="0" smtClean="0"/>
              <a:t>iniciales [x: </a:t>
            </a:r>
            <a:r>
              <a:rPr lang="es-AR" dirty="0" err="1" smtClean="0"/>
              <a:t>xs</a:t>
            </a:r>
            <a:r>
              <a:rPr lang="es-AR" dirty="0" smtClean="0"/>
              <a:t>] = head x : iniciales </a:t>
            </a:r>
            <a:r>
              <a:rPr lang="es-AR" dirty="0" err="1" smtClean="0"/>
              <a:t>xs</a:t>
            </a:r>
            <a:endParaRPr lang="es-AR" dirty="0" smtClean="0"/>
          </a:p>
          <a:p>
            <a:endParaRPr lang="es-AR" dirty="0" smtClean="0"/>
          </a:p>
          <a:p>
            <a:pPr lvl="1"/>
            <a:endParaRPr lang="es-AR" dirty="0" smtClean="0"/>
          </a:p>
          <a:p>
            <a:pPr lvl="2"/>
            <a:endParaRPr lang="es-AR" dirty="0" smtClean="0"/>
          </a:p>
          <a:p>
            <a:pPr lvl="1"/>
            <a:endParaRPr lang="es-AR" dirty="0"/>
          </a:p>
          <a:p>
            <a:pPr lvl="1"/>
            <a:endParaRPr lang="es-AR" dirty="0" smtClean="0"/>
          </a:p>
          <a:p>
            <a:pPr lvl="1"/>
            <a:endParaRPr lang="es-AR" dirty="0" smtClean="0"/>
          </a:p>
          <a:p>
            <a:pPr lvl="1"/>
            <a:endParaRPr lang="es-AR" dirty="0" smtClean="0"/>
          </a:p>
          <a:p>
            <a:pPr lvl="1"/>
            <a:endParaRPr lang="es-AR" dirty="0" smtClean="0"/>
          </a:p>
        </p:txBody>
      </p:sp>
    </p:spTree>
    <p:extLst>
      <p:ext uri="{BB962C8B-B14F-4D97-AF65-F5344CB8AC3E}">
        <p14:creationId xmlns:p14="http://schemas.microsoft.com/office/powerpoint/2010/main" val="3459976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 calcmode="lin" valueType="num">
                                      <p:cBhvr additive="base">
                                        <p:cTn id="1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 calcmode="lin" valueType="num">
                                      <p:cBhvr additive="base">
                                        <p:cTn id="2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Paradigma Funcional - </a:t>
            </a:r>
            <a:r>
              <a:rPr lang="es-AR" dirty="0" err="1" smtClean="0"/>
              <a:t>Haskell</a:t>
            </a:r>
            <a:endParaRPr lang="es-AR" dirty="0"/>
          </a:p>
        </p:txBody>
      </p:sp>
      <p:sp>
        <p:nvSpPr>
          <p:cNvPr id="3" name="2 Marcador de contenido"/>
          <p:cNvSpPr>
            <a:spLocks noGrp="1"/>
          </p:cNvSpPr>
          <p:nvPr>
            <p:ph idx="1"/>
          </p:nvPr>
        </p:nvSpPr>
        <p:spPr>
          <a:xfrm>
            <a:off x="457200" y="1600200"/>
            <a:ext cx="8229600" cy="4997152"/>
          </a:xfrm>
        </p:spPr>
        <p:txBody>
          <a:bodyPr>
            <a:normAutofit fontScale="92500" lnSpcReduction="10000"/>
          </a:bodyPr>
          <a:lstStyle/>
          <a:p>
            <a:r>
              <a:rPr lang="es-AR" dirty="0" smtClean="0"/>
              <a:t>Haciendo Factor Común</a:t>
            </a:r>
          </a:p>
          <a:p>
            <a:pPr lvl="2"/>
            <a:r>
              <a:rPr lang="es-AR" dirty="0">
                <a:solidFill>
                  <a:srgbClr val="FF0000"/>
                </a:solidFill>
              </a:rPr>
              <a:t>edades</a:t>
            </a:r>
            <a:r>
              <a:rPr lang="es-AR" dirty="0"/>
              <a:t> [] = []</a:t>
            </a:r>
          </a:p>
          <a:p>
            <a:pPr lvl="2"/>
            <a:r>
              <a:rPr lang="es-AR" dirty="0">
                <a:solidFill>
                  <a:srgbClr val="FF0000"/>
                </a:solidFill>
              </a:rPr>
              <a:t>edades </a:t>
            </a:r>
            <a:r>
              <a:rPr lang="es-AR" dirty="0"/>
              <a:t>[</a:t>
            </a:r>
            <a:r>
              <a:rPr lang="es-AR" dirty="0" err="1"/>
              <a:t>x:xs</a:t>
            </a:r>
            <a:r>
              <a:rPr lang="es-AR" dirty="0"/>
              <a:t>] = </a:t>
            </a:r>
            <a:r>
              <a:rPr lang="es-AR" dirty="0">
                <a:solidFill>
                  <a:srgbClr val="0070C0"/>
                </a:solidFill>
              </a:rPr>
              <a:t>edad </a:t>
            </a:r>
            <a:r>
              <a:rPr lang="es-AR" dirty="0"/>
              <a:t>x : </a:t>
            </a:r>
            <a:r>
              <a:rPr lang="es-AR" dirty="0">
                <a:solidFill>
                  <a:srgbClr val="FF0000"/>
                </a:solidFill>
              </a:rPr>
              <a:t>edades</a:t>
            </a:r>
            <a:r>
              <a:rPr lang="es-AR" dirty="0"/>
              <a:t> </a:t>
            </a:r>
            <a:r>
              <a:rPr lang="es-AR" dirty="0" err="1"/>
              <a:t>xs</a:t>
            </a:r>
            <a:endParaRPr lang="es-AR" dirty="0"/>
          </a:p>
          <a:p>
            <a:pPr lvl="2"/>
            <a:r>
              <a:rPr lang="es-AR" dirty="0" err="1" smtClean="0">
                <a:solidFill>
                  <a:srgbClr val="FF0000"/>
                </a:solidFill>
              </a:rPr>
              <a:t>duplicarTodos</a:t>
            </a:r>
            <a:r>
              <a:rPr lang="es-AR" dirty="0" smtClean="0"/>
              <a:t>  [] = []</a:t>
            </a:r>
          </a:p>
          <a:p>
            <a:pPr lvl="2"/>
            <a:r>
              <a:rPr lang="es-AR" dirty="0" err="1" smtClean="0">
                <a:solidFill>
                  <a:srgbClr val="FF0000"/>
                </a:solidFill>
              </a:rPr>
              <a:t>duplicarTodos</a:t>
            </a:r>
            <a:r>
              <a:rPr lang="es-AR" dirty="0" smtClean="0"/>
              <a:t> [</a:t>
            </a:r>
            <a:r>
              <a:rPr lang="es-AR" dirty="0" err="1" smtClean="0"/>
              <a:t>x:xs</a:t>
            </a:r>
            <a:r>
              <a:rPr lang="es-AR" dirty="0" smtClean="0"/>
              <a:t>] = </a:t>
            </a:r>
            <a:r>
              <a:rPr lang="es-AR" dirty="0" smtClean="0">
                <a:solidFill>
                  <a:srgbClr val="0070C0"/>
                </a:solidFill>
              </a:rPr>
              <a:t>doble</a:t>
            </a:r>
            <a:r>
              <a:rPr lang="es-AR" dirty="0" smtClean="0"/>
              <a:t> x : </a:t>
            </a:r>
            <a:r>
              <a:rPr lang="es-AR" dirty="0" err="1" smtClean="0">
                <a:solidFill>
                  <a:srgbClr val="FF0000"/>
                </a:solidFill>
              </a:rPr>
              <a:t>duplicarTodos</a:t>
            </a:r>
            <a:r>
              <a:rPr lang="es-AR" dirty="0" smtClean="0"/>
              <a:t> </a:t>
            </a:r>
            <a:r>
              <a:rPr lang="es-AR" dirty="0" err="1" smtClean="0"/>
              <a:t>xs</a:t>
            </a:r>
            <a:endParaRPr lang="es-AR" dirty="0" smtClean="0"/>
          </a:p>
          <a:p>
            <a:pPr lvl="2"/>
            <a:r>
              <a:rPr lang="es-AR" dirty="0" smtClean="0">
                <a:solidFill>
                  <a:srgbClr val="FF0000"/>
                </a:solidFill>
              </a:rPr>
              <a:t>iniciales </a:t>
            </a:r>
            <a:r>
              <a:rPr lang="es-AR" dirty="0" smtClean="0"/>
              <a:t>[] = []</a:t>
            </a:r>
          </a:p>
          <a:p>
            <a:pPr lvl="2"/>
            <a:r>
              <a:rPr lang="es-AR" dirty="0" smtClean="0">
                <a:solidFill>
                  <a:srgbClr val="FF0000"/>
                </a:solidFill>
              </a:rPr>
              <a:t>iniciales</a:t>
            </a:r>
            <a:r>
              <a:rPr lang="es-AR" dirty="0" smtClean="0"/>
              <a:t> [x: </a:t>
            </a:r>
            <a:r>
              <a:rPr lang="es-AR" dirty="0" err="1" smtClean="0"/>
              <a:t>xs</a:t>
            </a:r>
            <a:r>
              <a:rPr lang="es-AR" dirty="0" smtClean="0"/>
              <a:t>] = </a:t>
            </a:r>
            <a:r>
              <a:rPr lang="es-AR" dirty="0" smtClean="0">
                <a:solidFill>
                  <a:srgbClr val="0070C0"/>
                </a:solidFill>
              </a:rPr>
              <a:t>head</a:t>
            </a:r>
            <a:r>
              <a:rPr lang="es-AR" dirty="0" smtClean="0"/>
              <a:t> x : </a:t>
            </a:r>
            <a:r>
              <a:rPr lang="es-AR" dirty="0" smtClean="0">
                <a:solidFill>
                  <a:srgbClr val="FF0000"/>
                </a:solidFill>
              </a:rPr>
              <a:t>iniciales </a:t>
            </a:r>
            <a:r>
              <a:rPr lang="es-AR" dirty="0" err="1" smtClean="0"/>
              <a:t>xs</a:t>
            </a:r>
            <a:endParaRPr lang="es-AR" dirty="0" smtClean="0"/>
          </a:p>
          <a:p>
            <a:pPr lvl="1"/>
            <a:r>
              <a:rPr lang="es-AR" dirty="0" smtClean="0"/>
              <a:t>MAP</a:t>
            </a:r>
          </a:p>
          <a:p>
            <a:pPr lvl="2"/>
            <a:r>
              <a:rPr lang="es-AR" dirty="0" err="1" smtClean="0"/>
              <a:t>map</a:t>
            </a:r>
            <a:r>
              <a:rPr lang="es-AR" dirty="0" smtClean="0"/>
              <a:t> </a:t>
            </a:r>
            <a:r>
              <a:rPr lang="es-AR" dirty="0" smtClean="0">
                <a:solidFill>
                  <a:srgbClr val="0070C0"/>
                </a:solidFill>
              </a:rPr>
              <a:t> f </a:t>
            </a:r>
            <a:r>
              <a:rPr lang="es-AR" dirty="0" smtClean="0"/>
              <a:t>[] </a:t>
            </a:r>
            <a:r>
              <a:rPr lang="es-AR" dirty="0"/>
              <a:t>= []</a:t>
            </a:r>
          </a:p>
          <a:p>
            <a:pPr lvl="2"/>
            <a:r>
              <a:rPr lang="es-AR" dirty="0" err="1" smtClean="0"/>
              <a:t>map</a:t>
            </a:r>
            <a:r>
              <a:rPr lang="es-AR" dirty="0" smtClean="0"/>
              <a:t>  </a:t>
            </a:r>
            <a:r>
              <a:rPr lang="es-AR" dirty="0" smtClean="0">
                <a:solidFill>
                  <a:srgbClr val="0070C0"/>
                </a:solidFill>
              </a:rPr>
              <a:t>f </a:t>
            </a:r>
            <a:r>
              <a:rPr lang="es-AR" dirty="0" smtClean="0"/>
              <a:t>[cabeza : cola] </a:t>
            </a:r>
            <a:r>
              <a:rPr lang="es-AR" dirty="0"/>
              <a:t>= </a:t>
            </a:r>
            <a:r>
              <a:rPr lang="es-AR" dirty="0">
                <a:solidFill>
                  <a:srgbClr val="0070C0"/>
                </a:solidFill>
              </a:rPr>
              <a:t>f</a:t>
            </a:r>
            <a:r>
              <a:rPr lang="es-AR" dirty="0" smtClean="0"/>
              <a:t> cabeza </a:t>
            </a:r>
            <a:r>
              <a:rPr lang="es-AR" dirty="0"/>
              <a:t>: </a:t>
            </a:r>
            <a:r>
              <a:rPr lang="es-AR" dirty="0" err="1" smtClean="0"/>
              <a:t>map</a:t>
            </a:r>
            <a:r>
              <a:rPr lang="es-AR" dirty="0" smtClean="0"/>
              <a:t> cola</a:t>
            </a:r>
          </a:p>
          <a:p>
            <a:pPr lvl="1"/>
            <a:r>
              <a:rPr lang="es-AR" dirty="0"/>
              <a:t>f</a:t>
            </a:r>
            <a:r>
              <a:rPr lang="es-AR" dirty="0" smtClean="0"/>
              <a:t> es función</a:t>
            </a:r>
          </a:p>
          <a:p>
            <a:pPr lvl="2"/>
            <a:r>
              <a:rPr lang="es-AR" dirty="0" err="1" smtClean="0"/>
              <a:t>Map</a:t>
            </a:r>
            <a:r>
              <a:rPr lang="es-AR" dirty="0" smtClean="0"/>
              <a:t> :: (a-&gt;b)  -&gt; [a] -&gt; [b]</a:t>
            </a:r>
            <a:endParaRPr lang="es-AR" dirty="0"/>
          </a:p>
          <a:p>
            <a:pPr lvl="2"/>
            <a:endParaRPr lang="es-AR" dirty="0" smtClean="0"/>
          </a:p>
          <a:p>
            <a:pPr lvl="1"/>
            <a:endParaRPr lang="es-AR" dirty="0" smtClean="0"/>
          </a:p>
          <a:p>
            <a:endParaRPr lang="es-AR" dirty="0" smtClean="0"/>
          </a:p>
          <a:p>
            <a:pPr lvl="1"/>
            <a:endParaRPr lang="es-AR" dirty="0" smtClean="0"/>
          </a:p>
          <a:p>
            <a:pPr lvl="2"/>
            <a:endParaRPr lang="es-AR" dirty="0" smtClean="0"/>
          </a:p>
          <a:p>
            <a:pPr lvl="1"/>
            <a:endParaRPr lang="es-AR" dirty="0"/>
          </a:p>
          <a:p>
            <a:pPr lvl="1"/>
            <a:endParaRPr lang="es-AR" dirty="0" smtClean="0"/>
          </a:p>
          <a:p>
            <a:pPr lvl="1"/>
            <a:endParaRPr lang="es-AR" dirty="0" smtClean="0"/>
          </a:p>
          <a:p>
            <a:pPr lvl="1"/>
            <a:endParaRPr lang="es-AR" dirty="0" smtClean="0"/>
          </a:p>
          <a:p>
            <a:pPr lvl="1"/>
            <a:endParaRPr lang="es-AR" dirty="0" smtClean="0"/>
          </a:p>
        </p:txBody>
      </p:sp>
    </p:spTree>
    <p:extLst>
      <p:ext uri="{BB962C8B-B14F-4D97-AF65-F5344CB8AC3E}">
        <p14:creationId xmlns:p14="http://schemas.microsoft.com/office/powerpoint/2010/main" val="3450311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 calcmode="lin" valueType="num">
                                      <p:cBhvr additive="base">
                                        <p:cTn id="1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 calcmode="lin" valueType="num">
                                      <p:cBhvr additive="base">
                                        <p:cTn id="2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 calcmode="lin" valueType="num">
                                      <p:cBhvr additive="base">
                                        <p:cTn id="2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 calcmode="lin" valueType="num">
                                      <p:cBhvr additive="base">
                                        <p:cTn id="2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anim calcmode="lin" valueType="num">
                                      <p:cBhvr additive="base">
                                        <p:cTn id="3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9" end="9"/>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anim calcmode="lin" valueType="num">
                                      <p:cBhvr additive="base">
                                        <p:cTn id="3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
                                            <p:txEl>
                                              <p:pRg st="11" end="11"/>
                                            </p:txEl>
                                          </p:spTgt>
                                        </p:tgtEl>
                                        <p:attrNameLst>
                                          <p:attrName>style.visibility</p:attrName>
                                        </p:attrNameLst>
                                      </p:cBhvr>
                                      <p:to>
                                        <p:strVal val="visible"/>
                                      </p:to>
                                    </p:set>
                                    <p:anim calcmode="lin" valueType="num">
                                      <p:cBhvr additive="base">
                                        <p:cTn id="4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Paradigma Funcional - </a:t>
            </a:r>
            <a:r>
              <a:rPr lang="es-AR" dirty="0" err="1" smtClean="0"/>
              <a:t>Haskell</a:t>
            </a:r>
            <a:endParaRPr lang="es-AR" dirty="0"/>
          </a:p>
        </p:txBody>
      </p:sp>
      <p:sp>
        <p:nvSpPr>
          <p:cNvPr id="3" name="2 Marcador de contenido"/>
          <p:cNvSpPr>
            <a:spLocks noGrp="1"/>
          </p:cNvSpPr>
          <p:nvPr>
            <p:ph idx="1"/>
          </p:nvPr>
        </p:nvSpPr>
        <p:spPr>
          <a:xfrm>
            <a:off x="457200" y="1600200"/>
            <a:ext cx="8229600" cy="4997152"/>
          </a:xfrm>
        </p:spPr>
        <p:txBody>
          <a:bodyPr>
            <a:normAutofit/>
          </a:bodyPr>
          <a:lstStyle/>
          <a:p>
            <a:r>
              <a:rPr lang="es-AR" dirty="0" smtClean="0"/>
              <a:t>Nos queda</a:t>
            </a:r>
          </a:p>
          <a:p>
            <a:pPr lvl="2"/>
            <a:r>
              <a:rPr lang="es-AR" dirty="0" smtClean="0"/>
              <a:t>edades personas = </a:t>
            </a:r>
            <a:r>
              <a:rPr lang="es-AR" dirty="0" err="1" smtClean="0"/>
              <a:t>map</a:t>
            </a:r>
            <a:r>
              <a:rPr lang="es-AR" dirty="0" smtClean="0"/>
              <a:t> edad personas</a:t>
            </a:r>
          </a:p>
          <a:p>
            <a:pPr lvl="2"/>
            <a:r>
              <a:rPr lang="es-AR" dirty="0" err="1" smtClean="0"/>
              <a:t>duplicarTodos</a:t>
            </a:r>
            <a:r>
              <a:rPr lang="es-AR" dirty="0" smtClean="0"/>
              <a:t>  </a:t>
            </a:r>
            <a:r>
              <a:rPr lang="es-AR" dirty="0" err="1" smtClean="0"/>
              <a:t>numeros</a:t>
            </a:r>
            <a:r>
              <a:rPr lang="es-AR" dirty="0" smtClean="0"/>
              <a:t> = </a:t>
            </a:r>
            <a:r>
              <a:rPr lang="es-AR" dirty="0" err="1" smtClean="0"/>
              <a:t>map</a:t>
            </a:r>
            <a:r>
              <a:rPr lang="es-AR" dirty="0" smtClean="0"/>
              <a:t>  doble </a:t>
            </a:r>
            <a:r>
              <a:rPr lang="es-AR" dirty="0" err="1" smtClean="0"/>
              <a:t>numeros</a:t>
            </a:r>
            <a:endParaRPr lang="es-AR" dirty="0" smtClean="0"/>
          </a:p>
          <a:p>
            <a:pPr lvl="2"/>
            <a:r>
              <a:rPr lang="es-AR" dirty="0" smtClean="0"/>
              <a:t>iniciales palabras =  </a:t>
            </a:r>
            <a:r>
              <a:rPr lang="es-AR" dirty="0" err="1" smtClean="0"/>
              <a:t>map</a:t>
            </a:r>
            <a:r>
              <a:rPr lang="es-AR" dirty="0" smtClean="0"/>
              <a:t> head palabras</a:t>
            </a:r>
          </a:p>
          <a:p>
            <a:r>
              <a:rPr lang="es-AR" dirty="0" smtClean="0"/>
              <a:t>Pasando a funcional</a:t>
            </a:r>
          </a:p>
          <a:p>
            <a:pPr lvl="2"/>
            <a:r>
              <a:rPr lang="es-AR" dirty="0"/>
              <a:t>edades  </a:t>
            </a:r>
            <a:r>
              <a:rPr lang="es-AR" dirty="0" smtClean="0"/>
              <a:t>  		= </a:t>
            </a:r>
            <a:r>
              <a:rPr lang="es-AR" dirty="0" err="1"/>
              <a:t>map</a:t>
            </a:r>
            <a:r>
              <a:rPr lang="es-AR" dirty="0"/>
              <a:t> </a:t>
            </a:r>
            <a:r>
              <a:rPr lang="es-AR" dirty="0" smtClean="0"/>
              <a:t>edad</a:t>
            </a:r>
            <a:endParaRPr lang="es-AR" dirty="0"/>
          </a:p>
          <a:p>
            <a:pPr lvl="2"/>
            <a:r>
              <a:rPr lang="es-AR" dirty="0" err="1"/>
              <a:t>duplicarTodos</a:t>
            </a:r>
            <a:r>
              <a:rPr lang="es-AR" dirty="0"/>
              <a:t> </a:t>
            </a:r>
            <a:r>
              <a:rPr lang="es-AR" dirty="0" smtClean="0"/>
              <a:t>	= </a:t>
            </a:r>
            <a:r>
              <a:rPr lang="es-AR" dirty="0" err="1"/>
              <a:t>map</a:t>
            </a:r>
            <a:r>
              <a:rPr lang="es-AR" dirty="0"/>
              <a:t>  </a:t>
            </a:r>
            <a:r>
              <a:rPr lang="es-AR" dirty="0" smtClean="0"/>
              <a:t>doble</a:t>
            </a:r>
            <a:endParaRPr lang="es-AR" dirty="0"/>
          </a:p>
          <a:p>
            <a:pPr lvl="2"/>
            <a:r>
              <a:rPr lang="es-AR" dirty="0"/>
              <a:t>iniciales </a:t>
            </a:r>
            <a:r>
              <a:rPr lang="es-AR" dirty="0" smtClean="0"/>
              <a:t>		= </a:t>
            </a:r>
            <a:r>
              <a:rPr lang="es-AR" dirty="0" err="1" smtClean="0"/>
              <a:t>map</a:t>
            </a:r>
            <a:r>
              <a:rPr lang="es-AR" dirty="0" smtClean="0"/>
              <a:t> head</a:t>
            </a:r>
            <a:endParaRPr lang="es-AR" dirty="0"/>
          </a:p>
          <a:p>
            <a:pPr lvl="1"/>
            <a:endParaRPr lang="es-AR" dirty="0" smtClean="0"/>
          </a:p>
          <a:p>
            <a:pPr lvl="1"/>
            <a:endParaRPr lang="es-AR" dirty="0" smtClean="0"/>
          </a:p>
          <a:p>
            <a:endParaRPr lang="es-AR" dirty="0" smtClean="0"/>
          </a:p>
          <a:p>
            <a:pPr lvl="1"/>
            <a:endParaRPr lang="es-AR" dirty="0" smtClean="0"/>
          </a:p>
          <a:p>
            <a:pPr lvl="2"/>
            <a:endParaRPr lang="es-AR" dirty="0" smtClean="0"/>
          </a:p>
          <a:p>
            <a:pPr lvl="1"/>
            <a:endParaRPr lang="es-AR" dirty="0"/>
          </a:p>
          <a:p>
            <a:pPr lvl="1"/>
            <a:endParaRPr lang="es-AR" dirty="0" smtClean="0"/>
          </a:p>
          <a:p>
            <a:pPr lvl="1"/>
            <a:endParaRPr lang="es-AR" dirty="0" smtClean="0"/>
          </a:p>
          <a:p>
            <a:pPr lvl="1"/>
            <a:endParaRPr lang="es-AR" dirty="0" smtClean="0"/>
          </a:p>
          <a:p>
            <a:pPr lvl="1"/>
            <a:endParaRPr lang="es-AR" dirty="0" smtClean="0"/>
          </a:p>
        </p:txBody>
      </p:sp>
    </p:spTree>
    <p:extLst>
      <p:ext uri="{BB962C8B-B14F-4D97-AF65-F5344CB8AC3E}">
        <p14:creationId xmlns:p14="http://schemas.microsoft.com/office/powerpoint/2010/main" val="3917430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Paradigma Funcional - </a:t>
            </a:r>
            <a:r>
              <a:rPr lang="es-AR" dirty="0" err="1" smtClean="0"/>
              <a:t>Haskell</a:t>
            </a:r>
            <a:endParaRPr lang="es-AR" dirty="0"/>
          </a:p>
        </p:txBody>
      </p:sp>
      <p:sp>
        <p:nvSpPr>
          <p:cNvPr id="3" name="2 Marcador de contenido"/>
          <p:cNvSpPr>
            <a:spLocks noGrp="1"/>
          </p:cNvSpPr>
          <p:nvPr>
            <p:ph idx="1"/>
          </p:nvPr>
        </p:nvSpPr>
        <p:spPr>
          <a:xfrm>
            <a:off x="457200" y="1600200"/>
            <a:ext cx="8229600" cy="4997152"/>
          </a:xfrm>
        </p:spPr>
        <p:txBody>
          <a:bodyPr>
            <a:normAutofit lnSpcReduction="10000"/>
          </a:bodyPr>
          <a:lstStyle/>
          <a:p>
            <a:r>
              <a:rPr lang="es-AR" dirty="0"/>
              <a:t>Recursividad en Funciones (ejercicios)</a:t>
            </a:r>
          </a:p>
          <a:p>
            <a:pPr lvl="1"/>
            <a:r>
              <a:rPr lang="es-AR" dirty="0"/>
              <a:t>Como implementaría head y </a:t>
            </a:r>
            <a:r>
              <a:rPr lang="es-AR" dirty="0" err="1"/>
              <a:t>tail</a:t>
            </a:r>
            <a:endParaRPr lang="es-AR" dirty="0"/>
          </a:p>
          <a:p>
            <a:pPr lvl="1"/>
            <a:r>
              <a:rPr lang="es-AR" dirty="0"/>
              <a:t>Como implementaría </a:t>
            </a:r>
            <a:r>
              <a:rPr lang="es-AR" dirty="0" err="1"/>
              <a:t>null</a:t>
            </a:r>
            <a:r>
              <a:rPr lang="es-AR" dirty="0"/>
              <a:t> y </a:t>
            </a:r>
            <a:r>
              <a:rPr lang="es-AR" dirty="0" err="1"/>
              <a:t>elem</a:t>
            </a:r>
            <a:endParaRPr lang="es-AR" dirty="0"/>
          </a:p>
          <a:p>
            <a:pPr lvl="1"/>
            <a:r>
              <a:rPr lang="es-AR" dirty="0"/>
              <a:t>Como implementaría </a:t>
            </a:r>
            <a:r>
              <a:rPr lang="es-AR" dirty="0" err="1"/>
              <a:t>TodosPares</a:t>
            </a:r>
            <a:r>
              <a:rPr lang="es-AR" dirty="0"/>
              <a:t> y </a:t>
            </a:r>
            <a:r>
              <a:rPr lang="es-AR" dirty="0" err="1"/>
              <a:t>TodosAprobados</a:t>
            </a:r>
            <a:endParaRPr lang="es-AR" dirty="0"/>
          </a:p>
          <a:p>
            <a:r>
              <a:rPr lang="es-AR" dirty="0" smtClean="0"/>
              <a:t>Generalizando:</a:t>
            </a:r>
          </a:p>
          <a:p>
            <a:pPr lvl="1"/>
            <a:r>
              <a:rPr lang="es-AR" dirty="0" err="1" smtClean="0"/>
              <a:t>todosCumplen</a:t>
            </a:r>
            <a:r>
              <a:rPr lang="es-AR" dirty="0" smtClean="0"/>
              <a:t> :: (a -&gt; </a:t>
            </a:r>
            <a:r>
              <a:rPr lang="es-AR" dirty="0" err="1" smtClean="0"/>
              <a:t>Bool</a:t>
            </a:r>
            <a:r>
              <a:rPr lang="es-AR" dirty="0" smtClean="0"/>
              <a:t>) -&gt; [a] -&gt; </a:t>
            </a:r>
            <a:r>
              <a:rPr lang="es-AR" dirty="0" err="1" smtClean="0"/>
              <a:t>Bool</a:t>
            </a:r>
            <a:endParaRPr lang="es-AR" dirty="0" smtClean="0"/>
          </a:p>
          <a:p>
            <a:pPr lvl="1"/>
            <a:r>
              <a:rPr lang="es-AR" dirty="0" err="1" smtClean="0"/>
              <a:t>todosCumplen</a:t>
            </a:r>
            <a:r>
              <a:rPr lang="es-AR" dirty="0" smtClean="0"/>
              <a:t> criterio [] = True</a:t>
            </a:r>
          </a:p>
          <a:p>
            <a:pPr lvl="1"/>
            <a:r>
              <a:rPr lang="es-AR" dirty="0" err="1" smtClean="0"/>
              <a:t>todosCumplen</a:t>
            </a:r>
            <a:r>
              <a:rPr lang="es-AR" dirty="0" smtClean="0"/>
              <a:t> criterio [</a:t>
            </a:r>
            <a:r>
              <a:rPr lang="es-AR" dirty="0" err="1" smtClean="0"/>
              <a:t>x:xs</a:t>
            </a:r>
            <a:r>
              <a:rPr lang="es-AR" dirty="0" smtClean="0"/>
              <a:t>] = criterio x &amp;&amp; </a:t>
            </a:r>
            <a:r>
              <a:rPr lang="es-AR" dirty="0" err="1" smtClean="0"/>
              <a:t>todosCumplen</a:t>
            </a:r>
            <a:r>
              <a:rPr lang="es-AR" dirty="0" smtClean="0"/>
              <a:t> criterio </a:t>
            </a:r>
            <a:r>
              <a:rPr lang="es-AR" dirty="0" err="1" smtClean="0"/>
              <a:t>xs</a:t>
            </a:r>
            <a:endParaRPr lang="es-AR" dirty="0" smtClean="0"/>
          </a:p>
          <a:p>
            <a:pPr lvl="1"/>
            <a:endParaRPr lang="es-AR" dirty="0" smtClean="0"/>
          </a:p>
          <a:p>
            <a:pPr lvl="1"/>
            <a:endParaRPr lang="es-AR" dirty="0" smtClean="0"/>
          </a:p>
          <a:p>
            <a:pPr lvl="1"/>
            <a:endParaRPr lang="es-AR" dirty="0" smtClean="0"/>
          </a:p>
          <a:p>
            <a:pPr lvl="2"/>
            <a:endParaRPr lang="es-AR" dirty="0" smtClean="0"/>
          </a:p>
          <a:p>
            <a:pPr lvl="1"/>
            <a:endParaRPr lang="es-AR" dirty="0"/>
          </a:p>
          <a:p>
            <a:pPr lvl="1"/>
            <a:endParaRPr lang="es-AR" dirty="0" smtClean="0"/>
          </a:p>
          <a:p>
            <a:pPr lvl="1"/>
            <a:endParaRPr lang="es-AR" dirty="0" smtClean="0"/>
          </a:p>
          <a:p>
            <a:pPr lvl="1"/>
            <a:endParaRPr lang="es-AR" dirty="0" smtClean="0"/>
          </a:p>
          <a:p>
            <a:pPr lvl="1"/>
            <a:endParaRPr lang="es-AR" dirty="0" smtClean="0"/>
          </a:p>
        </p:txBody>
      </p:sp>
    </p:spTree>
    <p:extLst>
      <p:ext uri="{BB962C8B-B14F-4D97-AF65-F5344CB8AC3E}">
        <p14:creationId xmlns:p14="http://schemas.microsoft.com/office/powerpoint/2010/main" val="170069813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Paradigma Funcional - </a:t>
            </a:r>
            <a:r>
              <a:rPr lang="es-AR" dirty="0" err="1" smtClean="0"/>
              <a:t>Haskell</a:t>
            </a:r>
            <a:endParaRPr lang="es-AR" dirty="0"/>
          </a:p>
        </p:txBody>
      </p:sp>
      <p:sp>
        <p:nvSpPr>
          <p:cNvPr id="3" name="2 Marcador de contenido"/>
          <p:cNvSpPr>
            <a:spLocks noGrp="1"/>
          </p:cNvSpPr>
          <p:nvPr>
            <p:ph idx="1"/>
          </p:nvPr>
        </p:nvSpPr>
        <p:spPr>
          <a:xfrm>
            <a:off x="457200" y="1600200"/>
            <a:ext cx="8229600" cy="4997152"/>
          </a:xfrm>
        </p:spPr>
        <p:txBody>
          <a:bodyPr>
            <a:normAutofit fontScale="92500" lnSpcReduction="10000"/>
          </a:bodyPr>
          <a:lstStyle/>
          <a:p>
            <a:r>
              <a:rPr lang="es-AR" dirty="0" smtClean="0"/>
              <a:t>Orden Superior</a:t>
            </a:r>
          </a:p>
          <a:p>
            <a:pPr lvl="1"/>
            <a:r>
              <a:rPr lang="es-AR" dirty="0" smtClean="0"/>
              <a:t>FILTER </a:t>
            </a:r>
          </a:p>
          <a:p>
            <a:pPr lvl="2"/>
            <a:r>
              <a:rPr lang="es-AR" dirty="0" err="1"/>
              <a:t>f</a:t>
            </a:r>
            <a:r>
              <a:rPr lang="es-AR" dirty="0" err="1" smtClean="0"/>
              <a:t>ilter</a:t>
            </a:r>
            <a:r>
              <a:rPr lang="es-AR" dirty="0" smtClean="0"/>
              <a:t> :: (a-&gt;</a:t>
            </a:r>
            <a:r>
              <a:rPr lang="es-AR" dirty="0" err="1" smtClean="0"/>
              <a:t>Bool</a:t>
            </a:r>
            <a:r>
              <a:rPr lang="es-AR" dirty="0" smtClean="0"/>
              <a:t>) -&gt; [a] -&gt; [a]</a:t>
            </a:r>
          </a:p>
          <a:p>
            <a:pPr lvl="2"/>
            <a:r>
              <a:rPr lang="es-AR" dirty="0" err="1" smtClean="0"/>
              <a:t>filter</a:t>
            </a:r>
            <a:r>
              <a:rPr lang="es-AR" dirty="0" smtClean="0"/>
              <a:t> _ [] </a:t>
            </a:r>
            <a:r>
              <a:rPr lang="es-AR" dirty="0"/>
              <a:t>= []</a:t>
            </a:r>
          </a:p>
          <a:p>
            <a:pPr lvl="2"/>
            <a:r>
              <a:rPr lang="es-AR" dirty="0" err="1" smtClean="0"/>
              <a:t>filter</a:t>
            </a:r>
            <a:r>
              <a:rPr lang="es-AR" dirty="0" smtClean="0"/>
              <a:t>  </a:t>
            </a:r>
            <a:r>
              <a:rPr lang="es-AR" dirty="0" err="1" smtClean="0"/>
              <a:t>condicion</a:t>
            </a:r>
            <a:r>
              <a:rPr lang="es-AR" dirty="0" smtClean="0"/>
              <a:t> [x : </a:t>
            </a:r>
            <a:r>
              <a:rPr lang="es-AR" dirty="0" err="1" smtClean="0"/>
              <a:t>xs</a:t>
            </a:r>
            <a:r>
              <a:rPr lang="es-AR" dirty="0" smtClean="0"/>
              <a:t>] </a:t>
            </a:r>
            <a:r>
              <a:rPr lang="es-AR" dirty="0"/>
              <a:t>= </a:t>
            </a:r>
            <a:endParaRPr lang="es-AR" dirty="0" smtClean="0"/>
          </a:p>
          <a:p>
            <a:pPr lvl="3"/>
            <a:r>
              <a:rPr lang="es-AR" dirty="0" smtClean="0"/>
              <a:t>| </a:t>
            </a:r>
            <a:r>
              <a:rPr lang="es-AR" dirty="0" err="1" smtClean="0"/>
              <a:t>condicion</a:t>
            </a:r>
            <a:r>
              <a:rPr lang="es-AR" dirty="0" smtClean="0"/>
              <a:t> x =  x </a:t>
            </a:r>
            <a:r>
              <a:rPr lang="es-AR" dirty="0"/>
              <a:t>: </a:t>
            </a:r>
            <a:r>
              <a:rPr lang="es-AR" dirty="0" err="1" smtClean="0"/>
              <a:t>filter</a:t>
            </a:r>
            <a:r>
              <a:rPr lang="es-AR" dirty="0" smtClean="0"/>
              <a:t> </a:t>
            </a:r>
            <a:r>
              <a:rPr lang="es-AR" dirty="0" err="1" smtClean="0"/>
              <a:t>condicion</a:t>
            </a:r>
            <a:r>
              <a:rPr lang="es-AR" dirty="0" smtClean="0"/>
              <a:t> </a:t>
            </a:r>
            <a:r>
              <a:rPr lang="es-AR" dirty="0" err="1" smtClean="0"/>
              <a:t>xs</a:t>
            </a:r>
            <a:endParaRPr lang="es-AR" dirty="0" smtClean="0"/>
          </a:p>
          <a:p>
            <a:pPr lvl="3"/>
            <a:r>
              <a:rPr lang="es-AR" dirty="0" smtClean="0"/>
              <a:t>| </a:t>
            </a:r>
            <a:r>
              <a:rPr lang="es-AR" dirty="0" err="1" smtClean="0"/>
              <a:t>otherwise</a:t>
            </a:r>
            <a:r>
              <a:rPr lang="es-AR" dirty="0" smtClean="0"/>
              <a:t>  = </a:t>
            </a:r>
            <a:r>
              <a:rPr lang="es-AR" dirty="0" err="1" smtClean="0"/>
              <a:t>filter</a:t>
            </a:r>
            <a:r>
              <a:rPr lang="es-AR" dirty="0" smtClean="0"/>
              <a:t> </a:t>
            </a:r>
            <a:r>
              <a:rPr lang="es-AR" dirty="0" err="1" smtClean="0"/>
              <a:t>condicion</a:t>
            </a:r>
            <a:r>
              <a:rPr lang="es-AR" dirty="0" smtClean="0"/>
              <a:t> </a:t>
            </a:r>
            <a:r>
              <a:rPr lang="es-AR" dirty="0" err="1" smtClean="0"/>
              <a:t>xs</a:t>
            </a:r>
            <a:endParaRPr lang="es-AR" dirty="0" smtClean="0"/>
          </a:p>
          <a:p>
            <a:r>
              <a:rPr lang="es-AR" dirty="0" smtClean="0"/>
              <a:t>Nos queda</a:t>
            </a:r>
          </a:p>
          <a:p>
            <a:pPr lvl="2"/>
            <a:r>
              <a:rPr lang="es-AR" dirty="0" err="1" smtClean="0"/>
              <a:t>adultosMayores</a:t>
            </a:r>
            <a:r>
              <a:rPr lang="es-AR" dirty="0" smtClean="0"/>
              <a:t> personas = </a:t>
            </a:r>
            <a:r>
              <a:rPr lang="es-AR" dirty="0" err="1" smtClean="0"/>
              <a:t>filter</a:t>
            </a:r>
            <a:r>
              <a:rPr lang="es-AR" dirty="0" smtClean="0"/>
              <a:t>  </a:t>
            </a:r>
            <a:r>
              <a:rPr lang="es-AR" dirty="0" err="1" smtClean="0"/>
              <a:t>esMayor</a:t>
            </a:r>
            <a:r>
              <a:rPr lang="es-AR" dirty="0" smtClean="0"/>
              <a:t> personas</a:t>
            </a:r>
          </a:p>
          <a:p>
            <a:pPr lvl="2"/>
            <a:r>
              <a:rPr lang="es-AR" dirty="0" err="1" smtClean="0"/>
              <a:t>esMayor</a:t>
            </a:r>
            <a:r>
              <a:rPr lang="es-AR" dirty="0" smtClean="0"/>
              <a:t> persona = edad persona &gt; 65</a:t>
            </a:r>
          </a:p>
          <a:p>
            <a:r>
              <a:rPr lang="es-AR" dirty="0" smtClean="0"/>
              <a:t>Pasando a funcional</a:t>
            </a:r>
          </a:p>
          <a:p>
            <a:pPr lvl="1"/>
            <a:r>
              <a:rPr lang="es-AR" dirty="0" err="1" smtClean="0"/>
              <a:t>adultosMayores</a:t>
            </a:r>
            <a:r>
              <a:rPr lang="es-AR" dirty="0" smtClean="0"/>
              <a:t> = </a:t>
            </a:r>
            <a:r>
              <a:rPr lang="es-AR" dirty="0" err="1" smtClean="0"/>
              <a:t>filter</a:t>
            </a:r>
            <a:r>
              <a:rPr lang="es-AR" dirty="0" smtClean="0"/>
              <a:t> </a:t>
            </a:r>
            <a:r>
              <a:rPr lang="es-AR" dirty="0" err="1" smtClean="0"/>
              <a:t>esMayor</a:t>
            </a:r>
            <a:endParaRPr lang="es-AR" dirty="0"/>
          </a:p>
          <a:p>
            <a:pPr lvl="2"/>
            <a:endParaRPr lang="es-AR" dirty="0" smtClean="0"/>
          </a:p>
          <a:p>
            <a:pPr lvl="1"/>
            <a:endParaRPr lang="es-AR" dirty="0" smtClean="0"/>
          </a:p>
          <a:p>
            <a:endParaRPr lang="es-AR" dirty="0" smtClean="0"/>
          </a:p>
          <a:p>
            <a:pPr lvl="1"/>
            <a:endParaRPr lang="es-AR" dirty="0" smtClean="0"/>
          </a:p>
          <a:p>
            <a:pPr lvl="2"/>
            <a:endParaRPr lang="es-AR" dirty="0" smtClean="0"/>
          </a:p>
          <a:p>
            <a:pPr lvl="1"/>
            <a:endParaRPr lang="es-AR" dirty="0"/>
          </a:p>
          <a:p>
            <a:pPr lvl="1"/>
            <a:endParaRPr lang="es-AR" dirty="0" smtClean="0"/>
          </a:p>
          <a:p>
            <a:pPr lvl="1"/>
            <a:endParaRPr lang="es-AR" dirty="0" smtClean="0"/>
          </a:p>
          <a:p>
            <a:pPr lvl="1"/>
            <a:endParaRPr lang="es-AR" dirty="0" smtClean="0"/>
          </a:p>
          <a:p>
            <a:pPr lvl="1"/>
            <a:endParaRPr lang="es-AR" dirty="0" smtClean="0"/>
          </a:p>
        </p:txBody>
      </p:sp>
    </p:spTree>
    <p:extLst>
      <p:ext uri="{BB962C8B-B14F-4D97-AF65-F5344CB8AC3E}">
        <p14:creationId xmlns:p14="http://schemas.microsoft.com/office/powerpoint/2010/main" val="2597468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 calcmode="lin" valueType="num">
                                      <p:cBhvr additive="base">
                                        <p:cTn id="3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anim calcmode="lin" valueType="num">
                                      <p:cBhvr additive="base">
                                        <p:cTn id="3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 calcmode="lin" valueType="num">
                                      <p:cBhvr additive="base">
                                        <p:cTn id="4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anim calcmode="lin" valueType="num">
                                      <p:cBhvr additive="base">
                                        <p:cTn id="4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Paradigma Funcional - </a:t>
            </a:r>
            <a:r>
              <a:rPr lang="es-AR" dirty="0" err="1" smtClean="0"/>
              <a:t>Haskell</a:t>
            </a:r>
            <a:endParaRPr lang="es-AR" dirty="0"/>
          </a:p>
        </p:txBody>
      </p:sp>
      <p:sp>
        <p:nvSpPr>
          <p:cNvPr id="3" name="2 Marcador de contenido"/>
          <p:cNvSpPr>
            <a:spLocks noGrp="1"/>
          </p:cNvSpPr>
          <p:nvPr>
            <p:ph idx="1"/>
          </p:nvPr>
        </p:nvSpPr>
        <p:spPr>
          <a:xfrm>
            <a:off x="457200" y="1600200"/>
            <a:ext cx="8229600" cy="4997152"/>
          </a:xfrm>
        </p:spPr>
        <p:txBody>
          <a:bodyPr>
            <a:normAutofit fontScale="85000" lnSpcReduction="20000"/>
          </a:bodyPr>
          <a:lstStyle/>
          <a:p>
            <a:r>
              <a:rPr lang="es-AR" dirty="0" smtClean="0"/>
              <a:t>ALL  es similar a </a:t>
            </a:r>
            <a:r>
              <a:rPr lang="es-AR" dirty="0" err="1" smtClean="0"/>
              <a:t>Filter</a:t>
            </a:r>
            <a:endParaRPr lang="es-AR" dirty="0" smtClean="0"/>
          </a:p>
          <a:p>
            <a:pPr lvl="1"/>
            <a:r>
              <a:rPr lang="es-AR" dirty="0" err="1" smtClean="0"/>
              <a:t>todosPrimos</a:t>
            </a:r>
            <a:r>
              <a:rPr lang="es-AR" dirty="0" smtClean="0"/>
              <a:t> </a:t>
            </a:r>
            <a:r>
              <a:rPr lang="es-AR" dirty="0" err="1" smtClean="0"/>
              <a:t>numeros</a:t>
            </a:r>
            <a:r>
              <a:rPr lang="es-AR" dirty="0" smtClean="0"/>
              <a:t> = </a:t>
            </a:r>
            <a:r>
              <a:rPr lang="es-AR" dirty="0" err="1" smtClean="0"/>
              <a:t>all</a:t>
            </a:r>
            <a:r>
              <a:rPr lang="es-AR" dirty="0" smtClean="0"/>
              <a:t> </a:t>
            </a:r>
            <a:r>
              <a:rPr lang="es-AR" dirty="0" err="1" smtClean="0"/>
              <a:t>esPrimo</a:t>
            </a:r>
            <a:r>
              <a:rPr lang="es-AR" dirty="0" smtClean="0"/>
              <a:t> </a:t>
            </a:r>
            <a:r>
              <a:rPr lang="es-AR" dirty="0" err="1" smtClean="0"/>
              <a:t>numeros</a:t>
            </a:r>
            <a:endParaRPr lang="es-AR" dirty="0" smtClean="0"/>
          </a:p>
          <a:p>
            <a:pPr lvl="2"/>
            <a:r>
              <a:rPr lang="es-AR" dirty="0" err="1" smtClean="0"/>
              <a:t>all</a:t>
            </a:r>
            <a:r>
              <a:rPr lang="es-AR" dirty="0" smtClean="0"/>
              <a:t> :: </a:t>
            </a:r>
            <a:r>
              <a:rPr lang="es-AR" dirty="0"/>
              <a:t>(a-&gt;</a:t>
            </a:r>
            <a:r>
              <a:rPr lang="es-AR" dirty="0" err="1"/>
              <a:t>Bool</a:t>
            </a:r>
            <a:r>
              <a:rPr lang="es-AR" dirty="0"/>
              <a:t>) -&gt; [a] -&gt; </a:t>
            </a:r>
            <a:r>
              <a:rPr lang="es-AR" dirty="0" err="1" smtClean="0"/>
              <a:t>Bool</a:t>
            </a:r>
            <a:endParaRPr lang="es-AR" dirty="0"/>
          </a:p>
          <a:p>
            <a:pPr lvl="2"/>
            <a:r>
              <a:rPr lang="es-AR" dirty="0" err="1" smtClean="0"/>
              <a:t>all</a:t>
            </a:r>
            <a:r>
              <a:rPr lang="es-AR" dirty="0" smtClean="0"/>
              <a:t> </a:t>
            </a:r>
            <a:r>
              <a:rPr lang="es-AR" dirty="0"/>
              <a:t>_ [] = </a:t>
            </a:r>
            <a:r>
              <a:rPr lang="es-AR" dirty="0" smtClean="0"/>
              <a:t>True</a:t>
            </a:r>
            <a:endParaRPr lang="es-AR" dirty="0"/>
          </a:p>
          <a:p>
            <a:pPr lvl="2"/>
            <a:r>
              <a:rPr lang="es-AR" dirty="0" err="1" smtClean="0"/>
              <a:t>all</a:t>
            </a:r>
            <a:r>
              <a:rPr lang="es-AR" dirty="0" smtClean="0"/>
              <a:t>  </a:t>
            </a:r>
            <a:r>
              <a:rPr lang="es-AR" dirty="0" err="1"/>
              <a:t>condicion</a:t>
            </a:r>
            <a:r>
              <a:rPr lang="es-AR" dirty="0"/>
              <a:t> [x : </a:t>
            </a:r>
            <a:r>
              <a:rPr lang="es-AR" dirty="0" err="1"/>
              <a:t>xs</a:t>
            </a:r>
            <a:r>
              <a:rPr lang="es-AR" dirty="0"/>
              <a:t>] = </a:t>
            </a:r>
            <a:r>
              <a:rPr lang="es-AR" dirty="0" err="1" smtClean="0"/>
              <a:t>condicion</a:t>
            </a:r>
            <a:r>
              <a:rPr lang="es-AR" dirty="0" smtClean="0"/>
              <a:t> </a:t>
            </a:r>
            <a:r>
              <a:rPr lang="es-AR" dirty="0"/>
              <a:t>x </a:t>
            </a:r>
            <a:r>
              <a:rPr lang="es-AR" dirty="0" smtClean="0"/>
              <a:t> &amp;&amp;  </a:t>
            </a:r>
            <a:r>
              <a:rPr lang="es-AR" dirty="0" err="1" smtClean="0"/>
              <a:t>all</a:t>
            </a:r>
            <a:r>
              <a:rPr lang="es-AR" dirty="0" smtClean="0"/>
              <a:t> </a:t>
            </a:r>
            <a:r>
              <a:rPr lang="es-AR" dirty="0" err="1"/>
              <a:t>condicion</a:t>
            </a:r>
            <a:r>
              <a:rPr lang="es-AR" dirty="0"/>
              <a:t> </a:t>
            </a:r>
            <a:r>
              <a:rPr lang="es-AR" dirty="0" err="1"/>
              <a:t>xs</a:t>
            </a:r>
            <a:endParaRPr lang="es-AR" dirty="0"/>
          </a:p>
          <a:p>
            <a:pPr lvl="1"/>
            <a:r>
              <a:rPr lang="es-AR" dirty="0" smtClean="0"/>
              <a:t>Pero cuando encuentra que uno de los elementos no cumple el criterio (False) no sigue con los próximos. Por la evaluación </a:t>
            </a:r>
            <a:r>
              <a:rPr lang="es-AR" dirty="0" err="1" smtClean="0"/>
              <a:t>Laisy</a:t>
            </a:r>
            <a:endParaRPr lang="es-AR" dirty="0" smtClean="0"/>
          </a:p>
          <a:p>
            <a:r>
              <a:rPr lang="es-AR" dirty="0" smtClean="0"/>
              <a:t>ANY devuelve si alguno cumple</a:t>
            </a:r>
          </a:p>
          <a:p>
            <a:pPr lvl="1"/>
            <a:r>
              <a:rPr lang="es-AR" dirty="0" err="1" smtClean="0"/>
              <a:t>algunoEsVengador</a:t>
            </a:r>
            <a:r>
              <a:rPr lang="es-AR" dirty="0" smtClean="0"/>
              <a:t>  </a:t>
            </a:r>
            <a:r>
              <a:rPr lang="es-AR" dirty="0" err="1" smtClean="0"/>
              <a:t>superheroes</a:t>
            </a:r>
            <a:r>
              <a:rPr lang="es-AR" dirty="0" smtClean="0"/>
              <a:t> = ANY </a:t>
            </a:r>
            <a:r>
              <a:rPr lang="es-AR" dirty="0" err="1" smtClean="0"/>
              <a:t>esVengador</a:t>
            </a:r>
            <a:r>
              <a:rPr lang="es-AR" dirty="0" smtClean="0"/>
              <a:t> </a:t>
            </a:r>
            <a:r>
              <a:rPr lang="es-AR" dirty="0" err="1" smtClean="0"/>
              <a:t>superheroes</a:t>
            </a:r>
            <a:endParaRPr lang="es-AR" dirty="0" smtClean="0"/>
          </a:p>
          <a:p>
            <a:pPr lvl="2"/>
            <a:r>
              <a:rPr lang="es-AR" dirty="0" err="1" smtClean="0"/>
              <a:t>any</a:t>
            </a:r>
            <a:r>
              <a:rPr lang="es-AR" dirty="0" smtClean="0"/>
              <a:t> </a:t>
            </a:r>
            <a:r>
              <a:rPr lang="es-AR" dirty="0"/>
              <a:t>:: (a-&gt;</a:t>
            </a:r>
            <a:r>
              <a:rPr lang="es-AR" dirty="0" err="1"/>
              <a:t>Bool</a:t>
            </a:r>
            <a:r>
              <a:rPr lang="es-AR" dirty="0"/>
              <a:t>) -&gt; [a] -&gt; </a:t>
            </a:r>
            <a:r>
              <a:rPr lang="es-AR" dirty="0" err="1"/>
              <a:t>Bool</a:t>
            </a:r>
            <a:endParaRPr lang="es-AR" dirty="0"/>
          </a:p>
          <a:p>
            <a:pPr lvl="2"/>
            <a:r>
              <a:rPr lang="es-AR" dirty="0" err="1" smtClean="0"/>
              <a:t>any</a:t>
            </a:r>
            <a:r>
              <a:rPr lang="es-AR" dirty="0" smtClean="0"/>
              <a:t> </a:t>
            </a:r>
            <a:r>
              <a:rPr lang="es-AR" dirty="0"/>
              <a:t>_ [] = </a:t>
            </a:r>
            <a:r>
              <a:rPr lang="es-AR" dirty="0" smtClean="0"/>
              <a:t>False</a:t>
            </a:r>
            <a:endParaRPr lang="es-AR" dirty="0"/>
          </a:p>
          <a:p>
            <a:pPr lvl="2"/>
            <a:r>
              <a:rPr lang="es-AR" dirty="0" err="1" smtClean="0"/>
              <a:t>any</a:t>
            </a:r>
            <a:r>
              <a:rPr lang="es-AR" dirty="0" smtClean="0"/>
              <a:t>  </a:t>
            </a:r>
            <a:r>
              <a:rPr lang="es-AR" dirty="0" err="1"/>
              <a:t>condicion</a:t>
            </a:r>
            <a:r>
              <a:rPr lang="es-AR" dirty="0"/>
              <a:t> [x : </a:t>
            </a:r>
            <a:r>
              <a:rPr lang="es-AR" dirty="0" err="1"/>
              <a:t>xs</a:t>
            </a:r>
            <a:r>
              <a:rPr lang="es-AR" dirty="0"/>
              <a:t>] = </a:t>
            </a:r>
            <a:r>
              <a:rPr lang="es-AR" dirty="0" err="1"/>
              <a:t>condicion</a:t>
            </a:r>
            <a:r>
              <a:rPr lang="es-AR" dirty="0"/>
              <a:t> x  </a:t>
            </a:r>
            <a:r>
              <a:rPr lang="es-AR" dirty="0" smtClean="0"/>
              <a:t>||  </a:t>
            </a:r>
            <a:r>
              <a:rPr lang="es-AR" dirty="0" err="1" smtClean="0"/>
              <a:t>any</a:t>
            </a:r>
            <a:r>
              <a:rPr lang="es-AR" dirty="0" smtClean="0"/>
              <a:t> </a:t>
            </a:r>
            <a:r>
              <a:rPr lang="es-AR" dirty="0" err="1"/>
              <a:t>condicion</a:t>
            </a:r>
            <a:r>
              <a:rPr lang="es-AR" dirty="0"/>
              <a:t> </a:t>
            </a:r>
            <a:r>
              <a:rPr lang="es-AR" dirty="0" err="1"/>
              <a:t>xs</a:t>
            </a:r>
            <a:endParaRPr lang="es-AR" dirty="0" smtClean="0"/>
          </a:p>
          <a:p>
            <a:pPr lvl="2"/>
            <a:endParaRPr lang="es-AR" dirty="0"/>
          </a:p>
          <a:p>
            <a:endParaRPr lang="es-AR" dirty="0" smtClean="0"/>
          </a:p>
          <a:p>
            <a:endParaRPr lang="es-AR" dirty="0" smtClean="0"/>
          </a:p>
          <a:p>
            <a:pPr lvl="1"/>
            <a:endParaRPr lang="es-AR" dirty="0" smtClean="0"/>
          </a:p>
          <a:p>
            <a:endParaRPr lang="es-AR" dirty="0" smtClean="0"/>
          </a:p>
          <a:p>
            <a:pPr lvl="1"/>
            <a:endParaRPr lang="es-AR" dirty="0" smtClean="0"/>
          </a:p>
          <a:p>
            <a:pPr lvl="2"/>
            <a:endParaRPr lang="es-AR" dirty="0" smtClean="0"/>
          </a:p>
          <a:p>
            <a:pPr lvl="1"/>
            <a:endParaRPr lang="es-AR" dirty="0"/>
          </a:p>
          <a:p>
            <a:pPr lvl="1"/>
            <a:endParaRPr lang="es-AR" dirty="0" smtClean="0"/>
          </a:p>
          <a:p>
            <a:pPr lvl="1"/>
            <a:endParaRPr lang="es-AR" dirty="0" smtClean="0"/>
          </a:p>
          <a:p>
            <a:pPr lvl="1"/>
            <a:endParaRPr lang="es-AR" dirty="0" smtClean="0"/>
          </a:p>
          <a:p>
            <a:pPr lvl="1"/>
            <a:endParaRPr lang="es-AR" dirty="0" smtClean="0"/>
          </a:p>
        </p:txBody>
      </p:sp>
    </p:spTree>
    <p:extLst>
      <p:ext uri="{BB962C8B-B14F-4D97-AF65-F5344CB8AC3E}">
        <p14:creationId xmlns:p14="http://schemas.microsoft.com/office/powerpoint/2010/main" val="3549694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anim calcmode="lin" valueType="num">
                                      <p:cBhvr additive="base">
                                        <p:cTn id="3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 calcmode="lin" valueType="num">
                                      <p:cBhvr additive="base">
                                        <p:cTn id="4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Paradigma Funcional - </a:t>
            </a:r>
            <a:r>
              <a:rPr lang="es-AR" dirty="0" err="1" smtClean="0"/>
              <a:t>Haskell</a:t>
            </a:r>
            <a:endParaRPr lang="es-AR" dirty="0"/>
          </a:p>
        </p:txBody>
      </p:sp>
      <p:sp>
        <p:nvSpPr>
          <p:cNvPr id="3" name="2 Marcador de contenido"/>
          <p:cNvSpPr>
            <a:spLocks noGrp="1"/>
          </p:cNvSpPr>
          <p:nvPr>
            <p:ph idx="1"/>
          </p:nvPr>
        </p:nvSpPr>
        <p:spPr>
          <a:xfrm>
            <a:off x="457200" y="1600200"/>
            <a:ext cx="8229600" cy="4997152"/>
          </a:xfrm>
        </p:spPr>
        <p:txBody>
          <a:bodyPr>
            <a:normAutofit fontScale="77500" lnSpcReduction="20000"/>
          </a:bodyPr>
          <a:lstStyle/>
          <a:p>
            <a:r>
              <a:rPr lang="es-AR" dirty="0" smtClean="0"/>
              <a:t>ALL  y ANY distintos</a:t>
            </a:r>
          </a:p>
          <a:p>
            <a:pPr lvl="1"/>
            <a:r>
              <a:rPr lang="es-AR" dirty="0" err="1" smtClean="0"/>
              <a:t>all</a:t>
            </a:r>
            <a:r>
              <a:rPr lang="es-AR" dirty="0" smtClean="0"/>
              <a:t> :: </a:t>
            </a:r>
            <a:r>
              <a:rPr lang="es-AR" dirty="0"/>
              <a:t>(a-&gt;</a:t>
            </a:r>
            <a:r>
              <a:rPr lang="es-AR" dirty="0" err="1"/>
              <a:t>Bool</a:t>
            </a:r>
            <a:r>
              <a:rPr lang="es-AR" dirty="0"/>
              <a:t>) -&gt; [a] -&gt; </a:t>
            </a:r>
            <a:r>
              <a:rPr lang="es-AR" dirty="0" err="1" smtClean="0"/>
              <a:t>Bool</a:t>
            </a:r>
            <a:endParaRPr lang="es-AR" dirty="0"/>
          </a:p>
          <a:p>
            <a:pPr lvl="2"/>
            <a:r>
              <a:rPr lang="es-AR" dirty="0" err="1" smtClean="0"/>
              <a:t>all</a:t>
            </a:r>
            <a:r>
              <a:rPr lang="es-AR" dirty="0" smtClean="0"/>
              <a:t> </a:t>
            </a:r>
            <a:r>
              <a:rPr lang="es-AR" dirty="0" err="1" smtClean="0"/>
              <a:t>condicion</a:t>
            </a:r>
            <a:r>
              <a:rPr lang="es-AR" dirty="0" smtClean="0"/>
              <a:t> lista = (and . </a:t>
            </a:r>
            <a:r>
              <a:rPr lang="es-AR" dirty="0" err="1"/>
              <a:t>m</a:t>
            </a:r>
            <a:r>
              <a:rPr lang="es-AR" dirty="0" err="1" smtClean="0"/>
              <a:t>ap</a:t>
            </a:r>
            <a:r>
              <a:rPr lang="es-AR" dirty="0" smtClean="0"/>
              <a:t> </a:t>
            </a:r>
            <a:r>
              <a:rPr lang="es-AR" dirty="0" err="1" smtClean="0"/>
              <a:t>condicion</a:t>
            </a:r>
            <a:r>
              <a:rPr lang="es-AR" dirty="0" smtClean="0"/>
              <a:t>) lista</a:t>
            </a:r>
          </a:p>
          <a:p>
            <a:pPr lvl="1"/>
            <a:r>
              <a:rPr lang="es-AR" dirty="0" err="1" smtClean="0"/>
              <a:t>any</a:t>
            </a:r>
            <a:r>
              <a:rPr lang="es-AR" dirty="0" smtClean="0"/>
              <a:t> </a:t>
            </a:r>
            <a:r>
              <a:rPr lang="es-AR" dirty="0"/>
              <a:t>:: (a-&gt;</a:t>
            </a:r>
            <a:r>
              <a:rPr lang="es-AR" dirty="0" err="1"/>
              <a:t>Bool</a:t>
            </a:r>
            <a:r>
              <a:rPr lang="es-AR" dirty="0"/>
              <a:t>) -&gt; [a] -&gt; </a:t>
            </a:r>
            <a:r>
              <a:rPr lang="es-AR" dirty="0" err="1" smtClean="0"/>
              <a:t>Bool</a:t>
            </a:r>
            <a:endParaRPr lang="es-AR" dirty="0" smtClean="0"/>
          </a:p>
          <a:p>
            <a:pPr lvl="2"/>
            <a:r>
              <a:rPr lang="es-AR" dirty="0" err="1" smtClean="0"/>
              <a:t>any</a:t>
            </a:r>
            <a:r>
              <a:rPr lang="es-AR" dirty="0" smtClean="0"/>
              <a:t> </a:t>
            </a:r>
            <a:r>
              <a:rPr lang="es-AR" dirty="0" err="1" smtClean="0"/>
              <a:t>condicion</a:t>
            </a:r>
            <a:r>
              <a:rPr lang="es-AR" dirty="0" smtClean="0"/>
              <a:t> lista </a:t>
            </a:r>
            <a:r>
              <a:rPr lang="es-AR" dirty="0"/>
              <a:t>= </a:t>
            </a:r>
            <a:r>
              <a:rPr lang="es-AR" dirty="0" smtClean="0"/>
              <a:t>(</a:t>
            </a:r>
            <a:r>
              <a:rPr lang="es-AR" dirty="0" err="1" smtClean="0"/>
              <a:t>or</a:t>
            </a:r>
            <a:r>
              <a:rPr lang="es-AR" dirty="0" smtClean="0"/>
              <a:t> . </a:t>
            </a:r>
            <a:r>
              <a:rPr lang="es-AR" dirty="0" err="1" smtClean="0"/>
              <a:t>map</a:t>
            </a:r>
            <a:r>
              <a:rPr lang="es-AR" dirty="0" smtClean="0"/>
              <a:t> </a:t>
            </a:r>
            <a:r>
              <a:rPr lang="es-AR" dirty="0" err="1" smtClean="0"/>
              <a:t>condicion</a:t>
            </a:r>
            <a:r>
              <a:rPr lang="es-AR" dirty="0" smtClean="0"/>
              <a:t>) lista</a:t>
            </a:r>
          </a:p>
          <a:p>
            <a:r>
              <a:rPr lang="es-AR" dirty="0" err="1" smtClean="0"/>
              <a:t>zipWith</a:t>
            </a:r>
            <a:endParaRPr lang="es-AR" dirty="0" smtClean="0"/>
          </a:p>
          <a:p>
            <a:pPr lvl="1"/>
            <a:r>
              <a:rPr lang="es-AR" dirty="0" err="1" smtClean="0"/>
              <a:t>zipWith</a:t>
            </a:r>
            <a:r>
              <a:rPr lang="es-AR" dirty="0" smtClean="0"/>
              <a:t>:: (a-&gt;a-&gt;a) </a:t>
            </a:r>
            <a:r>
              <a:rPr lang="es-AR" dirty="0"/>
              <a:t>-&gt; [a</a:t>
            </a:r>
            <a:r>
              <a:rPr lang="es-AR" dirty="0" smtClean="0"/>
              <a:t>] -&gt; [a] -&gt; [a]</a:t>
            </a:r>
            <a:endParaRPr lang="es-AR" dirty="0"/>
          </a:p>
          <a:p>
            <a:pPr lvl="2"/>
            <a:r>
              <a:rPr lang="es-AR" dirty="0" err="1" smtClean="0"/>
              <a:t>zipWith</a:t>
            </a:r>
            <a:r>
              <a:rPr lang="es-AR" dirty="0" smtClean="0"/>
              <a:t> (+) lista  </a:t>
            </a:r>
            <a:r>
              <a:rPr lang="es-AR" dirty="0" err="1" smtClean="0"/>
              <a:t>lista</a:t>
            </a:r>
            <a:r>
              <a:rPr lang="es-AR" dirty="0" smtClean="0"/>
              <a:t> = lista</a:t>
            </a:r>
          </a:p>
          <a:p>
            <a:r>
              <a:rPr lang="es-AR" dirty="0" smtClean="0"/>
              <a:t>Orden Superior permite</a:t>
            </a:r>
          </a:p>
          <a:p>
            <a:pPr lvl="1"/>
            <a:r>
              <a:rPr lang="es-AR" dirty="0" smtClean="0"/>
              <a:t>Funciones mas cohesivas, el parámetro se encarga de un objetivo y </a:t>
            </a:r>
            <a:r>
              <a:rPr lang="es-AR" dirty="0" err="1" smtClean="0"/>
              <a:t>map</a:t>
            </a:r>
            <a:r>
              <a:rPr lang="es-AR" dirty="0" smtClean="0"/>
              <a:t> de otro</a:t>
            </a:r>
          </a:p>
          <a:p>
            <a:pPr lvl="1"/>
            <a:r>
              <a:rPr lang="es-AR" dirty="0" smtClean="0"/>
              <a:t>Menor acoplamiento, un error en cualquiera de las funciones </a:t>
            </a:r>
            <a:r>
              <a:rPr lang="es-AR" dirty="0" smtClean="0">
                <a:sym typeface="Wingdings" panose="05000000000000000000" pitchFamily="2" charset="2"/>
              </a:rPr>
              <a:t> mas difícil de mantener</a:t>
            </a:r>
          </a:p>
          <a:p>
            <a:pPr lvl="1"/>
            <a:r>
              <a:rPr lang="es-AR" dirty="0" smtClean="0">
                <a:sym typeface="Wingdings" panose="05000000000000000000" pitchFamily="2" charset="2"/>
              </a:rPr>
              <a:t>Funciones mas declarativas  Menor detalle algorítmico</a:t>
            </a:r>
          </a:p>
          <a:p>
            <a:pPr lvl="1"/>
            <a:r>
              <a:rPr lang="es-AR" dirty="0" smtClean="0">
                <a:sym typeface="Wingdings" panose="05000000000000000000" pitchFamily="2" charset="2"/>
              </a:rPr>
              <a:t>Funciones mas expresivas  se entiende mas </a:t>
            </a:r>
            <a:r>
              <a:rPr lang="es-AR" dirty="0" err="1" smtClean="0">
                <a:sym typeface="Wingdings" panose="05000000000000000000" pitchFamily="2" charset="2"/>
              </a:rPr>
              <a:t>facil</a:t>
            </a:r>
            <a:endParaRPr lang="es-AR" dirty="0" smtClean="0"/>
          </a:p>
          <a:p>
            <a:endParaRPr lang="es-AR" dirty="0" smtClean="0"/>
          </a:p>
          <a:p>
            <a:pPr lvl="2"/>
            <a:endParaRPr lang="es-AR" dirty="0"/>
          </a:p>
          <a:p>
            <a:endParaRPr lang="es-AR" dirty="0" smtClean="0"/>
          </a:p>
          <a:p>
            <a:endParaRPr lang="es-AR" dirty="0" smtClean="0"/>
          </a:p>
          <a:p>
            <a:pPr lvl="1"/>
            <a:endParaRPr lang="es-AR" dirty="0" smtClean="0"/>
          </a:p>
          <a:p>
            <a:endParaRPr lang="es-AR" dirty="0" smtClean="0"/>
          </a:p>
          <a:p>
            <a:pPr lvl="1"/>
            <a:endParaRPr lang="es-AR" dirty="0" smtClean="0"/>
          </a:p>
          <a:p>
            <a:pPr lvl="2"/>
            <a:endParaRPr lang="es-AR" dirty="0" smtClean="0"/>
          </a:p>
          <a:p>
            <a:pPr lvl="1"/>
            <a:endParaRPr lang="es-AR" dirty="0"/>
          </a:p>
          <a:p>
            <a:pPr lvl="1"/>
            <a:endParaRPr lang="es-AR" dirty="0" smtClean="0"/>
          </a:p>
          <a:p>
            <a:pPr lvl="1"/>
            <a:endParaRPr lang="es-AR" dirty="0" smtClean="0"/>
          </a:p>
          <a:p>
            <a:pPr lvl="1"/>
            <a:endParaRPr lang="es-AR" dirty="0" smtClean="0"/>
          </a:p>
          <a:p>
            <a:pPr lvl="1"/>
            <a:endParaRPr lang="es-AR" dirty="0" smtClean="0"/>
          </a:p>
        </p:txBody>
      </p:sp>
    </p:spTree>
    <p:extLst>
      <p:ext uri="{BB962C8B-B14F-4D97-AF65-F5344CB8AC3E}">
        <p14:creationId xmlns:p14="http://schemas.microsoft.com/office/powerpoint/2010/main" val="1192558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 calcmode="lin" valueType="num">
                                      <p:cBhvr additive="base">
                                        <p:cTn id="3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 calcmode="lin" valueType="num">
                                      <p:cBhvr additive="base">
                                        <p:cTn id="4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9" end="9"/>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 calcmode="lin" valueType="num">
                                      <p:cBhvr additive="base">
                                        <p:cTn id="4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anim calcmode="lin" valueType="num">
                                      <p:cBhvr additive="base">
                                        <p:cTn id="5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anim calcmode="lin" valueType="num">
                                      <p:cBhvr additive="base">
                                        <p:cTn id="55"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Paradigma Funcional - </a:t>
            </a:r>
            <a:r>
              <a:rPr lang="es-AR" dirty="0" err="1" smtClean="0"/>
              <a:t>Haskell</a:t>
            </a:r>
            <a:endParaRPr lang="es-AR" dirty="0"/>
          </a:p>
        </p:txBody>
      </p:sp>
      <p:sp>
        <p:nvSpPr>
          <p:cNvPr id="3" name="2 Marcador de contenido"/>
          <p:cNvSpPr>
            <a:spLocks noGrp="1"/>
          </p:cNvSpPr>
          <p:nvPr>
            <p:ph idx="1"/>
          </p:nvPr>
        </p:nvSpPr>
        <p:spPr>
          <a:xfrm>
            <a:off x="457200" y="1600200"/>
            <a:ext cx="8229600" cy="4997152"/>
          </a:xfrm>
        </p:spPr>
        <p:txBody>
          <a:bodyPr>
            <a:normAutofit fontScale="92500" lnSpcReduction="20000"/>
          </a:bodyPr>
          <a:lstStyle/>
          <a:p>
            <a:r>
              <a:rPr lang="es-AR" dirty="0" smtClean="0"/>
              <a:t>Otras funciones de Orden Superior:</a:t>
            </a:r>
          </a:p>
          <a:p>
            <a:pPr lvl="1"/>
            <a:r>
              <a:rPr lang="es-AR" dirty="0" err="1"/>
              <a:t>i</a:t>
            </a:r>
            <a:r>
              <a:rPr lang="es-AR" dirty="0" err="1" smtClean="0"/>
              <a:t>terate</a:t>
            </a:r>
            <a:r>
              <a:rPr lang="es-AR" dirty="0" smtClean="0"/>
              <a:t> (*2) 1</a:t>
            </a:r>
          </a:p>
          <a:p>
            <a:pPr lvl="1"/>
            <a:r>
              <a:rPr lang="es-AR" dirty="0" err="1"/>
              <a:t>f</a:t>
            </a:r>
            <a:r>
              <a:rPr lang="es-AR" dirty="0" err="1" smtClean="0"/>
              <a:t>lip</a:t>
            </a:r>
            <a:r>
              <a:rPr lang="es-AR" dirty="0" smtClean="0"/>
              <a:t> (/) 2 10 </a:t>
            </a:r>
          </a:p>
          <a:p>
            <a:pPr lvl="1"/>
            <a:r>
              <a:rPr lang="es-AR" dirty="0" smtClean="0"/>
              <a:t>($) div 10 2</a:t>
            </a:r>
          </a:p>
          <a:p>
            <a:pPr lvl="1"/>
            <a:r>
              <a:rPr lang="es-AR" dirty="0" smtClean="0"/>
              <a:t>(.) (*2) (+1) 10</a:t>
            </a:r>
          </a:p>
          <a:p>
            <a:pPr lvl="1"/>
            <a:r>
              <a:rPr lang="es-AR" dirty="0"/>
              <a:t>(</a:t>
            </a:r>
            <a:r>
              <a:rPr lang="es-AR" dirty="0" smtClean="0"/>
              <a:t>(*2).(+1).</a:t>
            </a:r>
            <a:r>
              <a:rPr lang="es-AR" dirty="0" err="1" smtClean="0"/>
              <a:t>length</a:t>
            </a:r>
            <a:r>
              <a:rPr lang="es-AR" dirty="0" smtClean="0"/>
              <a:t>) “HOLA”</a:t>
            </a:r>
          </a:p>
          <a:p>
            <a:r>
              <a:rPr lang="es-AR" dirty="0" smtClean="0"/>
              <a:t>Definición de funciones LAMBDA (función </a:t>
            </a:r>
            <a:r>
              <a:rPr lang="es-AR" dirty="0" err="1" smtClean="0"/>
              <a:t>anonima</a:t>
            </a:r>
            <a:r>
              <a:rPr lang="es-AR" dirty="0" smtClean="0"/>
              <a:t>)</a:t>
            </a:r>
          </a:p>
          <a:p>
            <a:pPr lvl="1"/>
            <a:r>
              <a:rPr lang="es-AR" dirty="0" smtClean="0"/>
              <a:t>(\x y)</a:t>
            </a:r>
          </a:p>
          <a:p>
            <a:pPr lvl="1"/>
            <a:r>
              <a:rPr lang="es-AR" dirty="0" err="1"/>
              <a:t>m</a:t>
            </a:r>
            <a:r>
              <a:rPr lang="es-AR" dirty="0" err="1" smtClean="0"/>
              <a:t>ap</a:t>
            </a:r>
            <a:r>
              <a:rPr lang="es-AR" dirty="0" smtClean="0"/>
              <a:t> </a:t>
            </a:r>
            <a:r>
              <a:rPr lang="es-AR" dirty="0" smtClean="0">
                <a:solidFill>
                  <a:srgbClr val="FF0000"/>
                </a:solidFill>
              </a:rPr>
              <a:t>(\x -&gt; x+1) </a:t>
            </a:r>
            <a:r>
              <a:rPr lang="es-AR" dirty="0" smtClean="0"/>
              <a:t>[1,2,3]</a:t>
            </a:r>
          </a:p>
          <a:p>
            <a:pPr lvl="1"/>
            <a:r>
              <a:rPr lang="es-AR" dirty="0" err="1"/>
              <a:t>o</a:t>
            </a:r>
            <a:r>
              <a:rPr lang="es-AR" dirty="0" err="1" smtClean="0"/>
              <a:t>trasPalabras</a:t>
            </a:r>
            <a:r>
              <a:rPr lang="es-AR" dirty="0" smtClean="0"/>
              <a:t> n palabras = </a:t>
            </a:r>
            <a:r>
              <a:rPr lang="es-AR" dirty="0" err="1" smtClean="0"/>
              <a:t>map</a:t>
            </a:r>
            <a:r>
              <a:rPr lang="es-AR" dirty="0" smtClean="0"/>
              <a:t> </a:t>
            </a:r>
            <a:r>
              <a:rPr lang="es-AR" dirty="0" smtClean="0">
                <a:solidFill>
                  <a:srgbClr val="FF0000"/>
                </a:solidFill>
              </a:rPr>
              <a:t>(\palabra -&gt; </a:t>
            </a:r>
            <a:r>
              <a:rPr lang="es-AR" dirty="0" err="1" smtClean="0">
                <a:solidFill>
                  <a:srgbClr val="FF0000"/>
                </a:solidFill>
              </a:rPr>
              <a:t>length</a:t>
            </a:r>
            <a:r>
              <a:rPr lang="es-AR" dirty="0" smtClean="0">
                <a:solidFill>
                  <a:srgbClr val="FF0000"/>
                </a:solidFill>
              </a:rPr>
              <a:t> palabra + n</a:t>
            </a:r>
            <a:r>
              <a:rPr lang="es-AR" dirty="0" smtClean="0"/>
              <a:t>) palabras</a:t>
            </a:r>
          </a:p>
          <a:p>
            <a:pPr lvl="1"/>
            <a:endParaRPr lang="es-AR" dirty="0" smtClean="0"/>
          </a:p>
          <a:p>
            <a:pPr lvl="1"/>
            <a:endParaRPr lang="es-AR" dirty="0" smtClean="0"/>
          </a:p>
          <a:p>
            <a:endParaRPr lang="es-AR" dirty="0" smtClean="0"/>
          </a:p>
          <a:p>
            <a:pPr lvl="2"/>
            <a:endParaRPr lang="es-AR" dirty="0"/>
          </a:p>
          <a:p>
            <a:endParaRPr lang="es-AR" dirty="0" smtClean="0"/>
          </a:p>
          <a:p>
            <a:endParaRPr lang="es-AR" dirty="0" smtClean="0"/>
          </a:p>
          <a:p>
            <a:pPr lvl="1"/>
            <a:endParaRPr lang="es-AR" dirty="0" smtClean="0"/>
          </a:p>
          <a:p>
            <a:endParaRPr lang="es-AR" dirty="0" smtClean="0"/>
          </a:p>
          <a:p>
            <a:pPr lvl="1"/>
            <a:endParaRPr lang="es-AR" dirty="0" smtClean="0"/>
          </a:p>
          <a:p>
            <a:pPr lvl="2"/>
            <a:endParaRPr lang="es-AR" dirty="0" smtClean="0"/>
          </a:p>
          <a:p>
            <a:pPr lvl="1"/>
            <a:endParaRPr lang="es-AR" dirty="0"/>
          </a:p>
          <a:p>
            <a:pPr lvl="1"/>
            <a:endParaRPr lang="es-AR" dirty="0" smtClean="0"/>
          </a:p>
          <a:p>
            <a:pPr lvl="1"/>
            <a:endParaRPr lang="es-AR" dirty="0" smtClean="0"/>
          </a:p>
          <a:p>
            <a:pPr lvl="1"/>
            <a:endParaRPr lang="es-AR" dirty="0" smtClean="0"/>
          </a:p>
          <a:p>
            <a:pPr lvl="1"/>
            <a:endParaRPr lang="es-AR" dirty="0" smtClean="0"/>
          </a:p>
        </p:txBody>
      </p:sp>
    </p:spTree>
    <p:extLst>
      <p:ext uri="{BB962C8B-B14F-4D97-AF65-F5344CB8AC3E}">
        <p14:creationId xmlns:p14="http://schemas.microsoft.com/office/powerpoint/2010/main" val="2260339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 calcmode="lin" valueType="num">
                                      <p:cBhvr additive="base">
                                        <p:cTn id="3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 calcmode="lin" valueType="num">
                                      <p:cBhvr additive="base">
                                        <p:cTn id="4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Paradigma Funcional - </a:t>
            </a:r>
            <a:r>
              <a:rPr lang="es-AR" dirty="0" err="1" smtClean="0"/>
              <a:t>Haskell</a:t>
            </a:r>
            <a:endParaRPr lang="es-AR" dirty="0"/>
          </a:p>
        </p:txBody>
      </p:sp>
      <p:sp>
        <p:nvSpPr>
          <p:cNvPr id="3" name="2 Marcador de contenido"/>
          <p:cNvSpPr>
            <a:spLocks noGrp="1"/>
          </p:cNvSpPr>
          <p:nvPr>
            <p:ph idx="1"/>
          </p:nvPr>
        </p:nvSpPr>
        <p:spPr>
          <a:xfrm>
            <a:off x="457200" y="1600200"/>
            <a:ext cx="3034680" cy="4997152"/>
          </a:xfrm>
        </p:spPr>
        <p:txBody>
          <a:bodyPr>
            <a:normAutofit/>
          </a:bodyPr>
          <a:lstStyle/>
          <a:p>
            <a:r>
              <a:rPr lang="es-AR" dirty="0" smtClean="0"/>
              <a:t>Ejemplo: Cuales son los alimentos que tiene hasta 100 </a:t>
            </a:r>
            <a:r>
              <a:rPr lang="es-AR" dirty="0" err="1" smtClean="0"/>
              <a:t>Calorias</a:t>
            </a:r>
            <a:r>
              <a:rPr lang="es-AR" dirty="0" smtClean="0"/>
              <a:t>?</a:t>
            </a:r>
          </a:p>
          <a:p>
            <a:pPr lvl="2"/>
            <a:endParaRPr lang="es-AR" dirty="0"/>
          </a:p>
          <a:p>
            <a:endParaRPr lang="es-AR" dirty="0" smtClean="0"/>
          </a:p>
          <a:p>
            <a:endParaRPr lang="es-AR" dirty="0" smtClean="0"/>
          </a:p>
          <a:p>
            <a:pPr lvl="1"/>
            <a:endParaRPr lang="es-AR" dirty="0" smtClean="0"/>
          </a:p>
          <a:p>
            <a:endParaRPr lang="es-AR" dirty="0" smtClean="0"/>
          </a:p>
          <a:p>
            <a:pPr lvl="1"/>
            <a:endParaRPr lang="es-AR" dirty="0" smtClean="0"/>
          </a:p>
          <a:p>
            <a:pPr lvl="2"/>
            <a:endParaRPr lang="es-AR" dirty="0" smtClean="0"/>
          </a:p>
          <a:p>
            <a:pPr lvl="1"/>
            <a:endParaRPr lang="es-AR" dirty="0"/>
          </a:p>
          <a:p>
            <a:pPr lvl="1"/>
            <a:endParaRPr lang="es-AR" dirty="0" smtClean="0"/>
          </a:p>
          <a:p>
            <a:pPr lvl="1"/>
            <a:endParaRPr lang="es-AR" dirty="0" smtClean="0"/>
          </a:p>
          <a:p>
            <a:pPr lvl="1"/>
            <a:endParaRPr lang="es-AR" dirty="0" smtClean="0"/>
          </a:p>
          <a:p>
            <a:pPr lvl="1"/>
            <a:endParaRPr lang="es-AR" dirty="0" smtClean="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7984" y="1628800"/>
            <a:ext cx="4500537" cy="47942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06886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Paradigma Funcional - </a:t>
            </a:r>
            <a:r>
              <a:rPr lang="es-AR" dirty="0" err="1" smtClean="0"/>
              <a:t>Haskell</a:t>
            </a:r>
            <a:endParaRPr lang="es-AR" dirty="0"/>
          </a:p>
        </p:txBody>
      </p:sp>
      <p:sp>
        <p:nvSpPr>
          <p:cNvPr id="3" name="2 Marcador de contenido"/>
          <p:cNvSpPr>
            <a:spLocks noGrp="1"/>
          </p:cNvSpPr>
          <p:nvPr>
            <p:ph idx="1"/>
          </p:nvPr>
        </p:nvSpPr>
        <p:spPr>
          <a:xfrm>
            <a:off x="457200" y="1600200"/>
            <a:ext cx="8075240" cy="4997152"/>
          </a:xfrm>
        </p:spPr>
        <p:txBody>
          <a:bodyPr>
            <a:normAutofit/>
          </a:bodyPr>
          <a:lstStyle/>
          <a:p>
            <a:r>
              <a:rPr lang="es-AR" dirty="0" smtClean="0"/>
              <a:t>Ejemplo: Cuales son los alimentos que tiene hasta 100 </a:t>
            </a:r>
            <a:r>
              <a:rPr lang="es-AR" dirty="0" err="1" smtClean="0"/>
              <a:t>Calorias</a:t>
            </a:r>
            <a:r>
              <a:rPr lang="es-AR" dirty="0" smtClean="0"/>
              <a:t>?</a:t>
            </a:r>
          </a:p>
          <a:p>
            <a:pPr lvl="1"/>
            <a:r>
              <a:rPr lang="es-AR" dirty="0" err="1" smtClean="0"/>
              <a:t>alimentosPocoCaloricos</a:t>
            </a:r>
            <a:r>
              <a:rPr lang="es-AR" dirty="0" smtClean="0"/>
              <a:t> :: [</a:t>
            </a:r>
            <a:r>
              <a:rPr lang="es-AR" dirty="0" err="1" smtClean="0"/>
              <a:t>InfoNutri</a:t>
            </a:r>
            <a:r>
              <a:rPr lang="es-AR" dirty="0" smtClean="0"/>
              <a:t>] -&gt; [Alimento]</a:t>
            </a:r>
          </a:p>
          <a:p>
            <a:pPr lvl="1"/>
            <a:r>
              <a:rPr lang="es-AR" dirty="0" err="1" smtClean="0"/>
              <a:t>alimentosPocoCaloricos</a:t>
            </a:r>
            <a:r>
              <a:rPr lang="es-AR" dirty="0"/>
              <a:t> </a:t>
            </a:r>
            <a:r>
              <a:rPr lang="es-AR" dirty="0" smtClean="0"/>
              <a:t>= </a:t>
            </a:r>
            <a:r>
              <a:rPr lang="es-AR" dirty="0" err="1" smtClean="0"/>
              <a:t>map</a:t>
            </a:r>
            <a:r>
              <a:rPr lang="es-AR" dirty="0" smtClean="0"/>
              <a:t> alimento . </a:t>
            </a:r>
            <a:r>
              <a:rPr lang="es-AR" dirty="0" err="1"/>
              <a:t>f</a:t>
            </a:r>
            <a:r>
              <a:rPr lang="es-AR" dirty="0" err="1" smtClean="0"/>
              <a:t>ilter</a:t>
            </a:r>
            <a:r>
              <a:rPr lang="es-AR" dirty="0" smtClean="0"/>
              <a:t>  </a:t>
            </a:r>
            <a:r>
              <a:rPr lang="es-AR" dirty="0" err="1" smtClean="0"/>
              <a:t>pocoCalorico</a:t>
            </a:r>
            <a:endParaRPr lang="es-AR" dirty="0" smtClean="0"/>
          </a:p>
          <a:p>
            <a:pPr lvl="1"/>
            <a:r>
              <a:rPr lang="es-AR" dirty="0" err="1" smtClean="0"/>
              <a:t>pocoCalorico</a:t>
            </a:r>
            <a:r>
              <a:rPr lang="es-AR" dirty="0" smtClean="0"/>
              <a:t> = (&lt;=100).</a:t>
            </a:r>
            <a:r>
              <a:rPr lang="es-AR" dirty="0" err="1" smtClean="0"/>
              <a:t>calorias</a:t>
            </a:r>
            <a:r>
              <a:rPr lang="es-AR" dirty="0" smtClean="0"/>
              <a:t>	</a:t>
            </a:r>
          </a:p>
          <a:p>
            <a:pPr lvl="1"/>
            <a:endParaRPr lang="es-AR" dirty="0" smtClean="0"/>
          </a:p>
          <a:p>
            <a:pPr lvl="2"/>
            <a:endParaRPr lang="es-AR" dirty="0"/>
          </a:p>
          <a:p>
            <a:endParaRPr lang="es-AR" dirty="0" smtClean="0"/>
          </a:p>
          <a:p>
            <a:endParaRPr lang="es-AR" dirty="0" smtClean="0"/>
          </a:p>
          <a:p>
            <a:pPr lvl="1"/>
            <a:endParaRPr lang="es-AR" dirty="0" smtClean="0"/>
          </a:p>
          <a:p>
            <a:endParaRPr lang="es-AR" dirty="0" smtClean="0"/>
          </a:p>
          <a:p>
            <a:pPr lvl="1"/>
            <a:endParaRPr lang="es-AR" dirty="0" smtClean="0"/>
          </a:p>
          <a:p>
            <a:pPr lvl="2"/>
            <a:endParaRPr lang="es-AR" dirty="0" smtClean="0"/>
          </a:p>
          <a:p>
            <a:pPr lvl="1"/>
            <a:endParaRPr lang="es-AR" dirty="0"/>
          </a:p>
          <a:p>
            <a:pPr lvl="1"/>
            <a:endParaRPr lang="es-AR" dirty="0" smtClean="0"/>
          </a:p>
          <a:p>
            <a:pPr lvl="1"/>
            <a:endParaRPr lang="es-AR" dirty="0" smtClean="0"/>
          </a:p>
          <a:p>
            <a:pPr lvl="1"/>
            <a:endParaRPr lang="es-AR" dirty="0" smtClean="0"/>
          </a:p>
          <a:p>
            <a:pPr lvl="1"/>
            <a:endParaRPr lang="es-AR" dirty="0" smtClean="0"/>
          </a:p>
        </p:txBody>
      </p:sp>
    </p:spTree>
    <p:extLst>
      <p:ext uri="{BB962C8B-B14F-4D97-AF65-F5344CB8AC3E}">
        <p14:creationId xmlns:p14="http://schemas.microsoft.com/office/powerpoint/2010/main" val="2449834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Paradigma Funcional - </a:t>
            </a:r>
            <a:r>
              <a:rPr lang="es-AR" dirty="0" err="1" smtClean="0"/>
              <a:t>Haskell</a:t>
            </a:r>
            <a:endParaRPr lang="es-AR" dirty="0"/>
          </a:p>
        </p:txBody>
      </p:sp>
      <p:sp>
        <p:nvSpPr>
          <p:cNvPr id="3" name="2 Marcador de contenido"/>
          <p:cNvSpPr>
            <a:spLocks noGrp="1"/>
          </p:cNvSpPr>
          <p:nvPr>
            <p:ph idx="1"/>
          </p:nvPr>
        </p:nvSpPr>
        <p:spPr>
          <a:xfrm>
            <a:off x="457200" y="1600200"/>
            <a:ext cx="8075240" cy="4997152"/>
          </a:xfrm>
        </p:spPr>
        <p:txBody>
          <a:bodyPr>
            <a:normAutofit fontScale="92500" lnSpcReduction="20000"/>
          </a:bodyPr>
          <a:lstStyle/>
          <a:p>
            <a:r>
              <a:rPr lang="es-AR" dirty="0" smtClean="0"/>
              <a:t>Se puede generalizar estos ejemplos:</a:t>
            </a:r>
          </a:p>
          <a:p>
            <a:pPr lvl="1"/>
            <a:r>
              <a:rPr lang="es-AR" dirty="0" err="1" smtClean="0"/>
              <a:t>length</a:t>
            </a:r>
            <a:r>
              <a:rPr lang="es-AR" dirty="0" smtClean="0"/>
              <a:t> :: [a] -&gt; </a:t>
            </a:r>
            <a:r>
              <a:rPr lang="es-AR" dirty="0" err="1" smtClean="0"/>
              <a:t>Int</a:t>
            </a:r>
            <a:endParaRPr lang="es-AR" dirty="0" smtClean="0"/>
          </a:p>
          <a:p>
            <a:pPr lvl="1"/>
            <a:r>
              <a:rPr lang="es-AR" dirty="0" err="1"/>
              <a:t>l</a:t>
            </a:r>
            <a:r>
              <a:rPr lang="es-AR" dirty="0" err="1" smtClean="0"/>
              <a:t>ength</a:t>
            </a:r>
            <a:r>
              <a:rPr lang="es-AR" dirty="0" smtClean="0"/>
              <a:t> [] =0</a:t>
            </a:r>
          </a:p>
          <a:p>
            <a:pPr lvl="1"/>
            <a:r>
              <a:rPr lang="es-AR" dirty="0" err="1"/>
              <a:t>l</a:t>
            </a:r>
            <a:r>
              <a:rPr lang="es-AR" dirty="0" err="1" smtClean="0"/>
              <a:t>ength</a:t>
            </a:r>
            <a:r>
              <a:rPr lang="es-AR" dirty="0" smtClean="0"/>
              <a:t> x:xs = 1 + </a:t>
            </a:r>
            <a:r>
              <a:rPr lang="es-AR" dirty="0" err="1" smtClean="0"/>
              <a:t>length</a:t>
            </a:r>
            <a:r>
              <a:rPr lang="es-AR" dirty="0" smtClean="0"/>
              <a:t> </a:t>
            </a:r>
            <a:r>
              <a:rPr lang="es-AR" dirty="0" err="1" smtClean="0"/>
              <a:t>xs</a:t>
            </a:r>
            <a:endParaRPr lang="es-AR" dirty="0" smtClean="0"/>
          </a:p>
          <a:p>
            <a:pPr lvl="1"/>
            <a:endParaRPr lang="es-AR" dirty="0"/>
          </a:p>
          <a:p>
            <a:pPr lvl="1"/>
            <a:r>
              <a:rPr lang="es-AR" dirty="0"/>
              <a:t>s</a:t>
            </a:r>
            <a:r>
              <a:rPr lang="es-AR" dirty="0" smtClean="0"/>
              <a:t>um :: </a:t>
            </a:r>
            <a:r>
              <a:rPr lang="es-AR" dirty="0" err="1" smtClean="0"/>
              <a:t>Num</a:t>
            </a:r>
            <a:r>
              <a:rPr lang="es-AR" dirty="0" smtClean="0"/>
              <a:t> a =&gt; [a</a:t>
            </a:r>
            <a:r>
              <a:rPr lang="es-AR" dirty="0"/>
              <a:t>] -&gt; a</a:t>
            </a:r>
          </a:p>
          <a:p>
            <a:pPr lvl="1"/>
            <a:r>
              <a:rPr lang="es-AR" dirty="0"/>
              <a:t>s</a:t>
            </a:r>
            <a:r>
              <a:rPr lang="es-AR" dirty="0" smtClean="0"/>
              <a:t>um </a:t>
            </a:r>
            <a:r>
              <a:rPr lang="es-AR" dirty="0"/>
              <a:t>[] =0</a:t>
            </a:r>
          </a:p>
          <a:p>
            <a:pPr lvl="1"/>
            <a:r>
              <a:rPr lang="es-AR" dirty="0"/>
              <a:t>s</a:t>
            </a:r>
            <a:r>
              <a:rPr lang="es-AR" dirty="0" smtClean="0"/>
              <a:t>um </a:t>
            </a:r>
            <a:r>
              <a:rPr lang="es-AR" dirty="0"/>
              <a:t>x:xs = </a:t>
            </a:r>
            <a:r>
              <a:rPr lang="es-AR" dirty="0" smtClean="0"/>
              <a:t>x </a:t>
            </a:r>
            <a:r>
              <a:rPr lang="es-AR" dirty="0"/>
              <a:t>+ s</a:t>
            </a:r>
            <a:r>
              <a:rPr lang="es-AR" dirty="0" smtClean="0"/>
              <a:t>um </a:t>
            </a:r>
            <a:r>
              <a:rPr lang="es-AR" dirty="0" err="1" smtClean="0"/>
              <a:t>xs</a:t>
            </a:r>
            <a:endParaRPr lang="es-AR" dirty="0" smtClean="0"/>
          </a:p>
          <a:p>
            <a:pPr lvl="1"/>
            <a:endParaRPr lang="es-AR" dirty="0"/>
          </a:p>
          <a:p>
            <a:pPr lvl="1"/>
            <a:r>
              <a:rPr lang="es-AR" dirty="0" err="1" smtClean="0"/>
              <a:t>productoria</a:t>
            </a:r>
            <a:r>
              <a:rPr lang="es-AR" dirty="0" smtClean="0"/>
              <a:t> </a:t>
            </a:r>
            <a:r>
              <a:rPr lang="es-AR" dirty="0"/>
              <a:t>:: </a:t>
            </a:r>
            <a:r>
              <a:rPr lang="es-AR" dirty="0" err="1"/>
              <a:t>Num</a:t>
            </a:r>
            <a:r>
              <a:rPr lang="es-AR" dirty="0"/>
              <a:t> a =&gt; [a] -&gt; a</a:t>
            </a:r>
          </a:p>
          <a:p>
            <a:pPr lvl="1"/>
            <a:r>
              <a:rPr lang="es-AR" dirty="0" err="1" smtClean="0"/>
              <a:t>productoria</a:t>
            </a:r>
            <a:r>
              <a:rPr lang="es-AR" dirty="0" smtClean="0"/>
              <a:t> </a:t>
            </a:r>
            <a:r>
              <a:rPr lang="es-AR" dirty="0"/>
              <a:t>[] </a:t>
            </a:r>
            <a:r>
              <a:rPr lang="es-AR" dirty="0" smtClean="0"/>
              <a:t>=1</a:t>
            </a:r>
            <a:endParaRPr lang="es-AR" dirty="0"/>
          </a:p>
          <a:p>
            <a:pPr lvl="1"/>
            <a:r>
              <a:rPr lang="es-AR" dirty="0" err="1" smtClean="0"/>
              <a:t>productoria</a:t>
            </a:r>
            <a:r>
              <a:rPr lang="es-AR" dirty="0" smtClean="0"/>
              <a:t> </a:t>
            </a:r>
            <a:r>
              <a:rPr lang="es-AR" dirty="0"/>
              <a:t>x:xs = x </a:t>
            </a:r>
            <a:r>
              <a:rPr lang="es-AR" dirty="0" smtClean="0"/>
              <a:t>* </a:t>
            </a:r>
            <a:r>
              <a:rPr lang="es-AR" dirty="0" err="1" smtClean="0"/>
              <a:t>productoria</a:t>
            </a:r>
            <a:r>
              <a:rPr lang="es-AR" dirty="0" smtClean="0"/>
              <a:t> </a:t>
            </a:r>
            <a:r>
              <a:rPr lang="es-AR" dirty="0" err="1"/>
              <a:t>xs</a:t>
            </a:r>
            <a:endParaRPr lang="es-AR" dirty="0"/>
          </a:p>
          <a:p>
            <a:endParaRPr lang="es-AR" dirty="0"/>
          </a:p>
          <a:p>
            <a:endParaRPr lang="es-AR" dirty="0" smtClean="0"/>
          </a:p>
          <a:p>
            <a:pPr lvl="2"/>
            <a:endParaRPr lang="es-AR" dirty="0"/>
          </a:p>
          <a:p>
            <a:endParaRPr lang="es-AR" dirty="0" smtClean="0"/>
          </a:p>
          <a:p>
            <a:endParaRPr lang="es-AR" dirty="0" smtClean="0"/>
          </a:p>
          <a:p>
            <a:pPr lvl="1"/>
            <a:endParaRPr lang="es-AR" dirty="0" smtClean="0"/>
          </a:p>
          <a:p>
            <a:endParaRPr lang="es-AR" dirty="0" smtClean="0"/>
          </a:p>
          <a:p>
            <a:pPr lvl="1"/>
            <a:endParaRPr lang="es-AR" dirty="0" smtClean="0"/>
          </a:p>
          <a:p>
            <a:pPr lvl="2"/>
            <a:endParaRPr lang="es-AR" dirty="0" smtClean="0"/>
          </a:p>
          <a:p>
            <a:pPr lvl="1"/>
            <a:endParaRPr lang="es-AR" dirty="0"/>
          </a:p>
          <a:p>
            <a:pPr lvl="1"/>
            <a:endParaRPr lang="es-AR" dirty="0" smtClean="0"/>
          </a:p>
          <a:p>
            <a:pPr lvl="1"/>
            <a:endParaRPr lang="es-AR" dirty="0" smtClean="0"/>
          </a:p>
          <a:p>
            <a:pPr lvl="1"/>
            <a:endParaRPr lang="es-AR" dirty="0" smtClean="0"/>
          </a:p>
          <a:p>
            <a:pPr lvl="1"/>
            <a:endParaRPr lang="es-AR" dirty="0" smtClean="0"/>
          </a:p>
        </p:txBody>
      </p:sp>
    </p:spTree>
    <p:extLst>
      <p:ext uri="{BB962C8B-B14F-4D97-AF65-F5344CB8AC3E}">
        <p14:creationId xmlns:p14="http://schemas.microsoft.com/office/powerpoint/2010/main" val="3742647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anim calcmode="lin" valueType="num">
                                      <p:cBhvr additive="base">
                                        <p:cTn id="3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9" end="9"/>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anim calcmode="lin" valueType="num">
                                      <p:cBhvr additive="base">
                                        <p:cTn id="3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anim calcmode="lin" valueType="num">
                                      <p:cBhvr additive="base">
                                        <p:cTn id="4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Paradigma Funcional - </a:t>
            </a:r>
            <a:r>
              <a:rPr lang="es-AR" dirty="0" err="1" smtClean="0"/>
              <a:t>Haskell</a:t>
            </a:r>
            <a:endParaRPr lang="es-AR" dirty="0"/>
          </a:p>
        </p:txBody>
      </p:sp>
      <p:sp>
        <p:nvSpPr>
          <p:cNvPr id="3" name="2 Marcador de contenido"/>
          <p:cNvSpPr>
            <a:spLocks noGrp="1"/>
          </p:cNvSpPr>
          <p:nvPr>
            <p:ph idx="1"/>
          </p:nvPr>
        </p:nvSpPr>
        <p:spPr>
          <a:xfrm>
            <a:off x="457200" y="1600200"/>
            <a:ext cx="8075240" cy="4997152"/>
          </a:xfrm>
        </p:spPr>
        <p:txBody>
          <a:bodyPr>
            <a:normAutofit fontScale="92500" lnSpcReduction="20000"/>
          </a:bodyPr>
          <a:lstStyle/>
          <a:p>
            <a:r>
              <a:rPr lang="es-AR" dirty="0" smtClean="0"/>
              <a:t>Usando </a:t>
            </a:r>
            <a:r>
              <a:rPr lang="es-AR" dirty="0" err="1" smtClean="0"/>
              <a:t>Foldeo</a:t>
            </a:r>
            <a:r>
              <a:rPr lang="es-AR" dirty="0" smtClean="0"/>
              <a:t> o reducción:</a:t>
            </a:r>
          </a:p>
          <a:p>
            <a:pPr lvl="1"/>
            <a:r>
              <a:rPr lang="es-AR" dirty="0" err="1"/>
              <a:t>f</a:t>
            </a:r>
            <a:r>
              <a:rPr lang="es-AR" dirty="0" err="1" smtClean="0"/>
              <a:t>oldr</a:t>
            </a:r>
            <a:r>
              <a:rPr lang="es-AR" dirty="0" smtClean="0"/>
              <a:t> :: (b-&gt;a-&gt;a) -&gt; a -&gt;[b] -&gt; a</a:t>
            </a:r>
          </a:p>
          <a:p>
            <a:pPr lvl="1"/>
            <a:r>
              <a:rPr lang="es-AR" dirty="0" err="1"/>
              <a:t>f</a:t>
            </a:r>
            <a:r>
              <a:rPr lang="es-AR" dirty="0" err="1" smtClean="0"/>
              <a:t>oldr</a:t>
            </a:r>
            <a:r>
              <a:rPr lang="es-AR" dirty="0" smtClean="0"/>
              <a:t>  f valor  [] = valor</a:t>
            </a:r>
          </a:p>
          <a:p>
            <a:pPr lvl="1"/>
            <a:r>
              <a:rPr lang="es-AR" dirty="0" err="1" smtClean="0"/>
              <a:t>foldr</a:t>
            </a:r>
            <a:r>
              <a:rPr lang="es-AR" dirty="0" smtClean="0"/>
              <a:t>  </a:t>
            </a:r>
            <a:r>
              <a:rPr lang="es-AR" dirty="0"/>
              <a:t>f valor  </a:t>
            </a:r>
            <a:r>
              <a:rPr lang="es-AR" dirty="0" smtClean="0"/>
              <a:t>(</a:t>
            </a:r>
            <a:r>
              <a:rPr lang="es-AR" dirty="0" err="1" smtClean="0"/>
              <a:t>x:xs</a:t>
            </a:r>
            <a:r>
              <a:rPr lang="es-AR" dirty="0" smtClean="0"/>
              <a:t>) </a:t>
            </a:r>
            <a:r>
              <a:rPr lang="es-AR" dirty="0"/>
              <a:t>= </a:t>
            </a:r>
            <a:r>
              <a:rPr lang="es-AR" dirty="0" smtClean="0"/>
              <a:t>f x (</a:t>
            </a:r>
            <a:r>
              <a:rPr lang="es-AR" dirty="0" err="1" smtClean="0"/>
              <a:t>foldr</a:t>
            </a:r>
            <a:r>
              <a:rPr lang="es-AR" dirty="0" smtClean="0"/>
              <a:t> f valor </a:t>
            </a:r>
            <a:r>
              <a:rPr lang="es-AR" dirty="0" err="1" smtClean="0"/>
              <a:t>xs</a:t>
            </a:r>
            <a:r>
              <a:rPr lang="es-AR" dirty="0" smtClean="0"/>
              <a:t>)</a:t>
            </a:r>
          </a:p>
          <a:p>
            <a:r>
              <a:rPr lang="es-AR" dirty="0" smtClean="0"/>
              <a:t>Reescribiendo:</a:t>
            </a:r>
            <a:endParaRPr lang="es-AR" dirty="0"/>
          </a:p>
          <a:p>
            <a:pPr lvl="1"/>
            <a:r>
              <a:rPr lang="es-AR" dirty="0" err="1"/>
              <a:t>length</a:t>
            </a:r>
            <a:r>
              <a:rPr lang="es-AR" dirty="0"/>
              <a:t> :: [a] -&gt; </a:t>
            </a:r>
            <a:r>
              <a:rPr lang="es-AR" dirty="0" err="1"/>
              <a:t>Int</a:t>
            </a:r>
            <a:endParaRPr lang="es-AR" dirty="0"/>
          </a:p>
          <a:p>
            <a:pPr lvl="1"/>
            <a:r>
              <a:rPr lang="es-AR" dirty="0" err="1"/>
              <a:t>length</a:t>
            </a:r>
            <a:r>
              <a:rPr lang="es-AR" dirty="0"/>
              <a:t> [] =0</a:t>
            </a:r>
          </a:p>
          <a:p>
            <a:pPr lvl="1"/>
            <a:r>
              <a:rPr lang="es-AR" dirty="0" err="1"/>
              <a:t>length</a:t>
            </a:r>
            <a:r>
              <a:rPr lang="es-AR" dirty="0"/>
              <a:t> x:xs = 1 + </a:t>
            </a:r>
            <a:r>
              <a:rPr lang="es-AR" dirty="0" err="1"/>
              <a:t>length</a:t>
            </a:r>
            <a:r>
              <a:rPr lang="es-AR" dirty="0"/>
              <a:t> </a:t>
            </a:r>
            <a:r>
              <a:rPr lang="es-AR" dirty="0" err="1" smtClean="0"/>
              <a:t>xs</a:t>
            </a:r>
            <a:endParaRPr lang="es-AR" dirty="0"/>
          </a:p>
          <a:p>
            <a:pPr lvl="1"/>
            <a:endParaRPr lang="es-AR" dirty="0"/>
          </a:p>
          <a:p>
            <a:pPr lvl="1"/>
            <a:r>
              <a:rPr lang="es-AR" dirty="0" err="1" smtClean="0"/>
              <a:t>productoria</a:t>
            </a:r>
            <a:r>
              <a:rPr lang="es-AR" dirty="0" smtClean="0"/>
              <a:t> </a:t>
            </a:r>
            <a:r>
              <a:rPr lang="es-AR" dirty="0"/>
              <a:t>:: </a:t>
            </a:r>
            <a:r>
              <a:rPr lang="es-AR" dirty="0" err="1"/>
              <a:t>Num</a:t>
            </a:r>
            <a:r>
              <a:rPr lang="es-AR" dirty="0"/>
              <a:t> a =&gt; [a] -&gt; a</a:t>
            </a:r>
          </a:p>
          <a:p>
            <a:pPr lvl="1"/>
            <a:r>
              <a:rPr lang="es-AR" dirty="0" err="1" smtClean="0"/>
              <a:t>productoria</a:t>
            </a:r>
            <a:r>
              <a:rPr lang="es-AR" dirty="0" smtClean="0"/>
              <a:t> </a:t>
            </a:r>
            <a:r>
              <a:rPr lang="es-AR" dirty="0"/>
              <a:t>[] </a:t>
            </a:r>
            <a:r>
              <a:rPr lang="es-AR" dirty="0" smtClean="0"/>
              <a:t>=1</a:t>
            </a:r>
            <a:endParaRPr lang="es-AR" dirty="0"/>
          </a:p>
          <a:p>
            <a:pPr lvl="1"/>
            <a:r>
              <a:rPr lang="es-AR" dirty="0" err="1" smtClean="0"/>
              <a:t>productoria</a:t>
            </a:r>
            <a:r>
              <a:rPr lang="es-AR" dirty="0" smtClean="0"/>
              <a:t> </a:t>
            </a:r>
            <a:r>
              <a:rPr lang="es-AR" dirty="0"/>
              <a:t>x:xs = x </a:t>
            </a:r>
            <a:r>
              <a:rPr lang="es-AR" dirty="0" smtClean="0"/>
              <a:t>* </a:t>
            </a:r>
            <a:r>
              <a:rPr lang="es-AR" dirty="0" err="1" smtClean="0"/>
              <a:t>productoria</a:t>
            </a:r>
            <a:r>
              <a:rPr lang="es-AR" dirty="0" smtClean="0"/>
              <a:t> </a:t>
            </a:r>
            <a:r>
              <a:rPr lang="es-AR" dirty="0" err="1"/>
              <a:t>xs</a:t>
            </a:r>
            <a:endParaRPr lang="es-AR" dirty="0"/>
          </a:p>
          <a:p>
            <a:endParaRPr lang="es-AR" dirty="0"/>
          </a:p>
          <a:p>
            <a:endParaRPr lang="es-AR" dirty="0" smtClean="0"/>
          </a:p>
          <a:p>
            <a:pPr lvl="2"/>
            <a:endParaRPr lang="es-AR" dirty="0"/>
          </a:p>
          <a:p>
            <a:endParaRPr lang="es-AR" dirty="0" smtClean="0"/>
          </a:p>
          <a:p>
            <a:endParaRPr lang="es-AR" dirty="0" smtClean="0"/>
          </a:p>
          <a:p>
            <a:pPr lvl="1"/>
            <a:endParaRPr lang="es-AR" dirty="0" smtClean="0"/>
          </a:p>
          <a:p>
            <a:endParaRPr lang="es-AR" dirty="0" smtClean="0"/>
          </a:p>
          <a:p>
            <a:pPr lvl="1"/>
            <a:endParaRPr lang="es-AR" dirty="0" smtClean="0"/>
          </a:p>
          <a:p>
            <a:pPr lvl="2"/>
            <a:endParaRPr lang="es-AR" dirty="0" smtClean="0"/>
          </a:p>
          <a:p>
            <a:pPr lvl="1"/>
            <a:endParaRPr lang="es-AR" dirty="0"/>
          </a:p>
          <a:p>
            <a:pPr lvl="1"/>
            <a:endParaRPr lang="es-AR" dirty="0" smtClean="0"/>
          </a:p>
          <a:p>
            <a:pPr lvl="1"/>
            <a:endParaRPr lang="es-AR" dirty="0" smtClean="0"/>
          </a:p>
          <a:p>
            <a:pPr lvl="1"/>
            <a:endParaRPr lang="es-AR" dirty="0" smtClean="0"/>
          </a:p>
          <a:p>
            <a:pPr lvl="1"/>
            <a:endParaRPr lang="es-AR" dirty="0" smtClean="0"/>
          </a:p>
        </p:txBody>
      </p:sp>
      <p:sp>
        <p:nvSpPr>
          <p:cNvPr id="4" name="3 CuadroTexto"/>
          <p:cNvSpPr txBox="1"/>
          <p:nvPr/>
        </p:nvSpPr>
        <p:spPr>
          <a:xfrm>
            <a:off x="5364088" y="3789040"/>
            <a:ext cx="4032448" cy="1477328"/>
          </a:xfrm>
          <a:prstGeom prst="rect">
            <a:avLst/>
          </a:prstGeom>
          <a:noFill/>
        </p:spPr>
        <p:txBody>
          <a:bodyPr wrap="square" rtlCol="0">
            <a:spAutoFit/>
          </a:bodyPr>
          <a:lstStyle/>
          <a:p>
            <a:pPr lvl="1"/>
            <a:r>
              <a:rPr lang="es-AR" dirty="0" err="1"/>
              <a:t>length</a:t>
            </a:r>
            <a:r>
              <a:rPr lang="es-AR" dirty="0"/>
              <a:t> :: [a] -&gt; </a:t>
            </a:r>
            <a:r>
              <a:rPr lang="es-AR" dirty="0" err="1"/>
              <a:t>Int</a:t>
            </a:r>
            <a:endParaRPr lang="es-AR" dirty="0"/>
          </a:p>
          <a:p>
            <a:pPr lvl="1"/>
            <a:r>
              <a:rPr lang="es-AR" dirty="0" err="1"/>
              <a:t>l</a:t>
            </a:r>
            <a:r>
              <a:rPr lang="es-AR" dirty="0" err="1" smtClean="0"/>
              <a:t>ength</a:t>
            </a:r>
            <a:r>
              <a:rPr lang="es-AR" dirty="0" smtClean="0"/>
              <a:t>’ = </a:t>
            </a:r>
            <a:r>
              <a:rPr lang="es-AR" dirty="0" err="1" smtClean="0"/>
              <a:t>foldr</a:t>
            </a:r>
            <a:r>
              <a:rPr lang="es-AR" dirty="0" smtClean="0"/>
              <a:t> ( \_ x -&gt; x+1) 0</a:t>
            </a:r>
            <a:endParaRPr lang="es-AR" dirty="0"/>
          </a:p>
          <a:p>
            <a:pPr lvl="1"/>
            <a:endParaRPr lang="es-AR" dirty="0"/>
          </a:p>
          <a:p>
            <a:pPr lvl="1"/>
            <a:r>
              <a:rPr lang="es-AR" dirty="0" err="1"/>
              <a:t>p</a:t>
            </a:r>
            <a:r>
              <a:rPr lang="es-AR" dirty="0" err="1" smtClean="0"/>
              <a:t>roductoria</a:t>
            </a:r>
            <a:r>
              <a:rPr lang="es-AR" dirty="0" smtClean="0"/>
              <a:t>’ </a:t>
            </a:r>
            <a:r>
              <a:rPr lang="es-AR" dirty="0"/>
              <a:t>:: </a:t>
            </a:r>
            <a:r>
              <a:rPr lang="es-AR" dirty="0" err="1"/>
              <a:t>Num</a:t>
            </a:r>
            <a:r>
              <a:rPr lang="es-AR" dirty="0"/>
              <a:t> a =&gt; [a] -&gt; a</a:t>
            </a:r>
          </a:p>
          <a:p>
            <a:pPr lvl="1"/>
            <a:r>
              <a:rPr lang="es-AR" dirty="0" err="1"/>
              <a:t>productoria</a:t>
            </a:r>
            <a:r>
              <a:rPr lang="es-AR" dirty="0"/>
              <a:t> </a:t>
            </a:r>
            <a:r>
              <a:rPr lang="es-AR" dirty="0" smtClean="0"/>
              <a:t>‘= </a:t>
            </a:r>
            <a:r>
              <a:rPr lang="es-AR" dirty="0" err="1" smtClean="0"/>
              <a:t>foldr</a:t>
            </a:r>
            <a:r>
              <a:rPr lang="es-AR" dirty="0" smtClean="0"/>
              <a:t> (*) 1</a:t>
            </a:r>
            <a:endParaRPr lang="es-AR" dirty="0"/>
          </a:p>
        </p:txBody>
      </p:sp>
    </p:spTree>
    <p:extLst>
      <p:ext uri="{BB962C8B-B14F-4D97-AF65-F5344CB8AC3E}">
        <p14:creationId xmlns:p14="http://schemas.microsoft.com/office/powerpoint/2010/main" val="1003647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 calcmode="lin" valueType="num">
                                      <p:cBhvr additive="base">
                                        <p:cTn id="1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anim calcmode="lin" valueType="num">
                                      <p:cBhvr additive="base">
                                        <p:cTn id="2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anim calcmode="lin" valueType="num">
                                      <p:cBhvr additive="base">
                                        <p:cTn id="2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Paradigma Funcional - </a:t>
            </a:r>
            <a:r>
              <a:rPr lang="es-AR" dirty="0" err="1" smtClean="0"/>
              <a:t>Haskell</a:t>
            </a:r>
            <a:endParaRPr lang="es-AR" dirty="0"/>
          </a:p>
        </p:txBody>
      </p:sp>
      <p:sp>
        <p:nvSpPr>
          <p:cNvPr id="3" name="2 Marcador de contenido"/>
          <p:cNvSpPr>
            <a:spLocks noGrp="1"/>
          </p:cNvSpPr>
          <p:nvPr>
            <p:ph idx="1"/>
          </p:nvPr>
        </p:nvSpPr>
        <p:spPr>
          <a:xfrm>
            <a:off x="457200" y="1600200"/>
            <a:ext cx="8075240" cy="4997152"/>
          </a:xfrm>
        </p:spPr>
        <p:txBody>
          <a:bodyPr>
            <a:normAutofit/>
          </a:bodyPr>
          <a:lstStyle/>
          <a:p>
            <a:r>
              <a:rPr lang="es-AR" dirty="0" smtClean="0"/>
              <a:t>Usando </a:t>
            </a:r>
            <a:r>
              <a:rPr lang="es-AR" dirty="0" err="1" smtClean="0"/>
              <a:t>Foldeo</a:t>
            </a:r>
            <a:r>
              <a:rPr lang="es-AR" dirty="0" smtClean="0"/>
              <a:t> o reducción para </a:t>
            </a:r>
            <a:r>
              <a:rPr lang="es-AR" dirty="0" err="1" smtClean="0"/>
              <a:t>maximun</a:t>
            </a:r>
            <a:r>
              <a:rPr lang="es-AR" dirty="0" smtClean="0"/>
              <a:t>:</a:t>
            </a:r>
          </a:p>
          <a:p>
            <a:pPr lvl="1"/>
            <a:r>
              <a:rPr lang="es-AR" dirty="0" err="1"/>
              <a:t>f</a:t>
            </a:r>
            <a:r>
              <a:rPr lang="es-AR" dirty="0" err="1" smtClean="0"/>
              <a:t>oldr</a:t>
            </a:r>
            <a:r>
              <a:rPr lang="es-AR" dirty="0" smtClean="0"/>
              <a:t> 1 `</a:t>
            </a:r>
            <a:r>
              <a:rPr lang="es-AR" dirty="0" err="1" smtClean="0"/>
              <a:t>max</a:t>
            </a:r>
            <a:r>
              <a:rPr lang="es-AR" dirty="0"/>
              <a:t>`</a:t>
            </a:r>
            <a:r>
              <a:rPr lang="es-AR" dirty="0" smtClean="0"/>
              <a:t> [1,2,3]    ----- 3</a:t>
            </a:r>
          </a:p>
          <a:p>
            <a:r>
              <a:rPr lang="es-AR" dirty="0" smtClean="0"/>
              <a:t>Se puede usar </a:t>
            </a:r>
            <a:r>
              <a:rPr lang="es-AR" dirty="0" err="1" smtClean="0"/>
              <a:t>tambien</a:t>
            </a:r>
            <a:r>
              <a:rPr lang="es-AR" dirty="0" smtClean="0"/>
              <a:t> </a:t>
            </a:r>
            <a:r>
              <a:rPr lang="es-AR" dirty="0" err="1" smtClean="0"/>
              <a:t>foldl</a:t>
            </a:r>
            <a:endParaRPr lang="es-AR" dirty="0" smtClean="0"/>
          </a:p>
          <a:p>
            <a:pPr lvl="1"/>
            <a:r>
              <a:rPr lang="es-AR" dirty="0" err="1" smtClean="0"/>
              <a:t>foldl</a:t>
            </a:r>
            <a:r>
              <a:rPr lang="es-AR" dirty="0" smtClean="0"/>
              <a:t> </a:t>
            </a:r>
            <a:r>
              <a:rPr lang="es-AR" dirty="0"/>
              <a:t>_</a:t>
            </a:r>
            <a:r>
              <a:rPr lang="es-AR" dirty="0" smtClean="0"/>
              <a:t> semilla [] = semilla</a:t>
            </a:r>
          </a:p>
          <a:p>
            <a:pPr lvl="1"/>
            <a:r>
              <a:rPr lang="es-AR" dirty="0" err="1"/>
              <a:t>f</a:t>
            </a:r>
            <a:r>
              <a:rPr lang="es-AR" dirty="0" err="1" smtClean="0"/>
              <a:t>oldl</a:t>
            </a:r>
            <a:r>
              <a:rPr lang="es-AR" dirty="0" smtClean="0"/>
              <a:t> f semilla (</a:t>
            </a:r>
            <a:r>
              <a:rPr lang="es-AR" dirty="0" err="1" smtClean="0"/>
              <a:t>x:xs</a:t>
            </a:r>
            <a:r>
              <a:rPr lang="es-AR" dirty="0" smtClean="0"/>
              <a:t>) = </a:t>
            </a:r>
            <a:r>
              <a:rPr lang="es-AR" dirty="0" err="1" smtClean="0"/>
              <a:t>foldl</a:t>
            </a:r>
            <a:r>
              <a:rPr lang="es-AR" dirty="0" smtClean="0"/>
              <a:t> f ( f semilla x) </a:t>
            </a:r>
            <a:r>
              <a:rPr lang="es-AR" dirty="0" err="1" smtClean="0"/>
              <a:t>xs</a:t>
            </a:r>
            <a:endParaRPr lang="es-AR" dirty="0" smtClean="0"/>
          </a:p>
          <a:p>
            <a:r>
              <a:rPr lang="es-AR" dirty="0" smtClean="0"/>
              <a:t>Para </a:t>
            </a:r>
            <a:r>
              <a:rPr lang="es-AR" dirty="0" err="1" smtClean="0"/>
              <a:t>foldr</a:t>
            </a:r>
            <a:endParaRPr lang="es-AR" dirty="0" smtClean="0"/>
          </a:p>
          <a:p>
            <a:pPr lvl="1"/>
            <a:r>
              <a:rPr lang="es-AR" dirty="0" err="1" smtClean="0"/>
              <a:t>foldr</a:t>
            </a:r>
            <a:r>
              <a:rPr lang="es-AR" dirty="0" smtClean="0"/>
              <a:t> </a:t>
            </a:r>
            <a:r>
              <a:rPr lang="es-AR" dirty="0"/>
              <a:t>_ semilla [] = semilla</a:t>
            </a:r>
          </a:p>
          <a:p>
            <a:pPr lvl="1"/>
            <a:r>
              <a:rPr lang="es-AR" dirty="0" err="1" smtClean="0"/>
              <a:t>foldr</a:t>
            </a:r>
            <a:r>
              <a:rPr lang="es-AR" dirty="0" smtClean="0"/>
              <a:t> </a:t>
            </a:r>
            <a:r>
              <a:rPr lang="es-AR" dirty="0"/>
              <a:t>f semilla (</a:t>
            </a:r>
            <a:r>
              <a:rPr lang="es-AR" dirty="0" err="1"/>
              <a:t>x:xs</a:t>
            </a:r>
            <a:r>
              <a:rPr lang="es-AR" dirty="0"/>
              <a:t>) = </a:t>
            </a:r>
            <a:r>
              <a:rPr lang="es-AR" dirty="0" err="1" smtClean="0"/>
              <a:t>foldr</a:t>
            </a:r>
            <a:r>
              <a:rPr lang="es-AR" dirty="0" smtClean="0"/>
              <a:t> </a:t>
            </a:r>
            <a:r>
              <a:rPr lang="es-AR" dirty="0"/>
              <a:t>f ( f </a:t>
            </a:r>
            <a:r>
              <a:rPr lang="es-AR" dirty="0" smtClean="0"/>
              <a:t>x </a:t>
            </a:r>
            <a:r>
              <a:rPr lang="es-AR" dirty="0"/>
              <a:t>semilla </a:t>
            </a:r>
            <a:r>
              <a:rPr lang="es-AR" dirty="0" smtClean="0"/>
              <a:t>) </a:t>
            </a:r>
            <a:r>
              <a:rPr lang="es-AR" dirty="0" err="1"/>
              <a:t>xs</a:t>
            </a:r>
            <a:endParaRPr lang="es-AR" dirty="0"/>
          </a:p>
          <a:p>
            <a:pPr lvl="1"/>
            <a:endParaRPr lang="es-AR" dirty="0" smtClean="0"/>
          </a:p>
          <a:p>
            <a:endParaRPr lang="es-AR" dirty="0"/>
          </a:p>
          <a:p>
            <a:endParaRPr lang="es-AR" dirty="0" smtClean="0"/>
          </a:p>
          <a:p>
            <a:pPr lvl="2"/>
            <a:endParaRPr lang="es-AR" dirty="0"/>
          </a:p>
          <a:p>
            <a:endParaRPr lang="es-AR" dirty="0" smtClean="0"/>
          </a:p>
          <a:p>
            <a:endParaRPr lang="es-AR" dirty="0" smtClean="0"/>
          </a:p>
          <a:p>
            <a:pPr lvl="1"/>
            <a:endParaRPr lang="es-AR" dirty="0" smtClean="0"/>
          </a:p>
          <a:p>
            <a:endParaRPr lang="es-AR" dirty="0" smtClean="0"/>
          </a:p>
          <a:p>
            <a:pPr lvl="1"/>
            <a:endParaRPr lang="es-AR" dirty="0" smtClean="0"/>
          </a:p>
          <a:p>
            <a:pPr lvl="2"/>
            <a:endParaRPr lang="es-AR" dirty="0" smtClean="0"/>
          </a:p>
          <a:p>
            <a:pPr lvl="1"/>
            <a:endParaRPr lang="es-AR" dirty="0"/>
          </a:p>
          <a:p>
            <a:pPr lvl="1"/>
            <a:endParaRPr lang="es-AR" dirty="0" smtClean="0"/>
          </a:p>
          <a:p>
            <a:pPr lvl="1"/>
            <a:endParaRPr lang="es-AR" dirty="0" smtClean="0"/>
          </a:p>
          <a:p>
            <a:pPr lvl="1"/>
            <a:endParaRPr lang="es-AR" dirty="0" smtClean="0"/>
          </a:p>
          <a:p>
            <a:pPr lvl="1"/>
            <a:endParaRPr lang="es-AR" dirty="0" smtClean="0"/>
          </a:p>
        </p:txBody>
      </p:sp>
    </p:spTree>
    <p:extLst>
      <p:ext uri="{BB962C8B-B14F-4D97-AF65-F5344CB8AC3E}">
        <p14:creationId xmlns:p14="http://schemas.microsoft.com/office/powerpoint/2010/main" val="925171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 calcmode="lin" valueType="num">
                                      <p:cBhvr additive="base">
                                        <p:cTn id="2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0" end="0"/>
                                            </p:txEl>
                                          </p:spTgt>
                                        </p:tgtEl>
                                        <p:attrNameLst>
                                          <p:attrName>style.visibility</p:attrName>
                                        </p:attrNameLst>
                                      </p:cBhvr>
                                      <p:to>
                                        <p:strVal val="visible"/>
                                      </p:to>
                                    </p:set>
                                    <p:anim calcmode="lin" valueType="num">
                                      <p:cBhvr additive="base">
                                        <p:cTn id="35"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Paradigma Funcional - </a:t>
            </a:r>
            <a:r>
              <a:rPr lang="es-AR" dirty="0" err="1" smtClean="0"/>
              <a:t>Haskell</a:t>
            </a:r>
            <a:endParaRPr lang="es-AR" dirty="0"/>
          </a:p>
        </p:txBody>
      </p:sp>
      <p:sp>
        <p:nvSpPr>
          <p:cNvPr id="3" name="2 Marcador de contenido"/>
          <p:cNvSpPr>
            <a:spLocks noGrp="1"/>
          </p:cNvSpPr>
          <p:nvPr>
            <p:ph idx="1"/>
          </p:nvPr>
        </p:nvSpPr>
        <p:spPr>
          <a:xfrm>
            <a:off x="457200" y="1600200"/>
            <a:ext cx="8075240" cy="4997152"/>
          </a:xfrm>
        </p:spPr>
        <p:txBody>
          <a:bodyPr>
            <a:normAutofit fontScale="85000" lnSpcReduction="10000"/>
          </a:bodyPr>
          <a:lstStyle/>
          <a:p>
            <a:r>
              <a:rPr lang="es-AR" dirty="0" smtClean="0"/>
              <a:t>Usando </a:t>
            </a:r>
            <a:r>
              <a:rPr lang="es-AR" dirty="0" err="1" smtClean="0"/>
              <a:t>Foldeo</a:t>
            </a:r>
            <a:r>
              <a:rPr lang="es-AR" dirty="0" smtClean="0"/>
              <a:t> sin semilla (usa primer elemento)</a:t>
            </a:r>
          </a:p>
          <a:p>
            <a:pPr lvl="1"/>
            <a:r>
              <a:rPr lang="es-AR" dirty="0"/>
              <a:t>f</a:t>
            </a:r>
            <a:r>
              <a:rPr lang="es-AR" dirty="0" smtClean="0"/>
              <a:t>oldl1 :: (a-&gt;a-&gt;a) -&gt;[a] -&gt; a</a:t>
            </a:r>
          </a:p>
          <a:p>
            <a:pPr lvl="1"/>
            <a:r>
              <a:rPr lang="es-AR" dirty="0"/>
              <a:t>f</a:t>
            </a:r>
            <a:r>
              <a:rPr lang="es-AR" dirty="0" smtClean="0"/>
              <a:t>oldl1  f (</a:t>
            </a:r>
            <a:r>
              <a:rPr lang="es-AR" dirty="0" err="1" smtClean="0"/>
              <a:t>x:xs</a:t>
            </a:r>
            <a:r>
              <a:rPr lang="es-AR" dirty="0" smtClean="0"/>
              <a:t>) = </a:t>
            </a:r>
            <a:r>
              <a:rPr lang="es-AR" dirty="0" err="1" smtClean="0"/>
              <a:t>foldl</a:t>
            </a:r>
            <a:r>
              <a:rPr lang="es-AR" dirty="0" smtClean="0"/>
              <a:t> f x </a:t>
            </a:r>
            <a:r>
              <a:rPr lang="es-AR" dirty="0" err="1" smtClean="0"/>
              <a:t>xs</a:t>
            </a:r>
            <a:endParaRPr lang="es-AR" dirty="0"/>
          </a:p>
          <a:p>
            <a:r>
              <a:rPr lang="es-AR" dirty="0" smtClean="0"/>
              <a:t>Diferencia entre </a:t>
            </a:r>
            <a:r>
              <a:rPr lang="es-AR" dirty="0" err="1" smtClean="0"/>
              <a:t>foldl</a:t>
            </a:r>
            <a:r>
              <a:rPr lang="es-AR" dirty="0" smtClean="0"/>
              <a:t> y </a:t>
            </a:r>
            <a:r>
              <a:rPr lang="es-AR" dirty="0" err="1" smtClean="0"/>
              <a:t>foldr</a:t>
            </a:r>
            <a:endParaRPr lang="es-AR" dirty="0" smtClean="0"/>
          </a:p>
          <a:p>
            <a:pPr lvl="1"/>
            <a:r>
              <a:rPr lang="es-AR" dirty="0" smtClean="0"/>
              <a:t>Uno es asociativo a izquierda y el otro asociativo a derecha</a:t>
            </a:r>
          </a:p>
          <a:p>
            <a:pPr lvl="2"/>
            <a:r>
              <a:rPr lang="es-AR" dirty="0" smtClean="0"/>
              <a:t>Foldr1 (-) [1,2,3]</a:t>
            </a:r>
          </a:p>
          <a:p>
            <a:pPr lvl="3"/>
            <a:r>
              <a:rPr lang="es-AR" dirty="0" smtClean="0"/>
              <a:t>Foldr1 (-) [1,2] – (3)</a:t>
            </a:r>
          </a:p>
          <a:p>
            <a:pPr lvl="3"/>
            <a:r>
              <a:rPr lang="es-AR" dirty="0" smtClean="0"/>
              <a:t>Foldr1 (-) [1] - (2 - (3))</a:t>
            </a:r>
          </a:p>
          <a:p>
            <a:pPr lvl="3"/>
            <a:r>
              <a:rPr lang="es-AR" dirty="0" smtClean="0"/>
              <a:t>(1 - ( 2  - (3)))</a:t>
            </a:r>
          </a:p>
          <a:p>
            <a:pPr lvl="2"/>
            <a:r>
              <a:rPr lang="es-AR" dirty="0" smtClean="0"/>
              <a:t>Foldl1 (-) [1,2,3]</a:t>
            </a:r>
          </a:p>
          <a:p>
            <a:pPr lvl="3"/>
            <a:r>
              <a:rPr lang="es-AR" dirty="0" smtClean="0"/>
              <a:t>Foldl1 </a:t>
            </a:r>
            <a:r>
              <a:rPr lang="es-AR" dirty="0"/>
              <a:t>(-) </a:t>
            </a:r>
            <a:r>
              <a:rPr lang="es-AR" dirty="0" smtClean="0"/>
              <a:t>(1) - [2,3]</a:t>
            </a:r>
            <a:endParaRPr lang="es-AR" dirty="0"/>
          </a:p>
          <a:p>
            <a:pPr lvl="3"/>
            <a:r>
              <a:rPr lang="es-AR" dirty="0" smtClean="0"/>
              <a:t>Foldl1 </a:t>
            </a:r>
            <a:r>
              <a:rPr lang="es-AR" dirty="0"/>
              <a:t>(-) </a:t>
            </a:r>
            <a:r>
              <a:rPr lang="es-AR" dirty="0" smtClean="0"/>
              <a:t>((1) - 2) – [3]</a:t>
            </a:r>
            <a:endParaRPr lang="es-AR" dirty="0"/>
          </a:p>
          <a:p>
            <a:pPr lvl="3"/>
            <a:r>
              <a:rPr lang="es-AR" dirty="0" smtClean="0"/>
              <a:t>(((1) </a:t>
            </a:r>
            <a:r>
              <a:rPr lang="es-AR" dirty="0"/>
              <a:t>- </a:t>
            </a:r>
            <a:r>
              <a:rPr lang="es-AR" dirty="0" smtClean="0"/>
              <a:t>2)  </a:t>
            </a:r>
            <a:r>
              <a:rPr lang="es-AR" dirty="0"/>
              <a:t>- </a:t>
            </a:r>
            <a:r>
              <a:rPr lang="es-AR" dirty="0" smtClean="0"/>
              <a:t>3)</a:t>
            </a:r>
          </a:p>
          <a:p>
            <a:endParaRPr lang="es-AR" dirty="0"/>
          </a:p>
          <a:p>
            <a:endParaRPr lang="es-AR" dirty="0" smtClean="0"/>
          </a:p>
          <a:p>
            <a:pPr lvl="2"/>
            <a:endParaRPr lang="es-AR" dirty="0"/>
          </a:p>
          <a:p>
            <a:endParaRPr lang="es-AR" dirty="0" smtClean="0"/>
          </a:p>
          <a:p>
            <a:endParaRPr lang="es-AR" dirty="0" smtClean="0"/>
          </a:p>
          <a:p>
            <a:pPr lvl="1"/>
            <a:endParaRPr lang="es-AR" dirty="0" smtClean="0"/>
          </a:p>
          <a:p>
            <a:endParaRPr lang="es-AR" dirty="0" smtClean="0"/>
          </a:p>
          <a:p>
            <a:pPr lvl="1"/>
            <a:endParaRPr lang="es-AR" dirty="0" smtClean="0"/>
          </a:p>
          <a:p>
            <a:pPr lvl="2"/>
            <a:endParaRPr lang="es-AR" dirty="0" smtClean="0"/>
          </a:p>
          <a:p>
            <a:pPr lvl="1"/>
            <a:endParaRPr lang="es-AR" dirty="0"/>
          </a:p>
          <a:p>
            <a:pPr lvl="1"/>
            <a:endParaRPr lang="es-AR" dirty="0" smtClean="0"/>
          </a:p>
          <a:p>
            <a:pPr lvl="1"/>
            <a:endParaRPr lang="es-AR" dirty="0" smtClean="0"/>
          </a:p>
          <a:p>
            <a:pPr lvl="1"/>
            <a:endParaRPr lang="es-AR" dirty="0" smtClean="0"/>
          </a:p>
          <a:p>
            <a:pPr lvl="1"/>
            <a:endParaRPr lang="es-AR" dirty="0" smtClean="0"/>
          </a:p>
        </p:txBody>
      </p:sp>
    </p:spTree>
    <p:extLst>
      <p:ext uri="{BB962C8B-B14F-4D97-AF65-F5344CB8AC3E}">
        <p14:creationId xmlns:p14="http://schemas.microsoft.com/office/powerpoint/2010/main" val="3982043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 calcmode="lin" valueType="num">
                                      <p:cBhvr additive="base">
                                        <p:cTn id="3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 calcmode="lin" valueType="num">
                                      <p:cBhvr additive="base">
                                        <p:cTn id="4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9" end="9"/>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 calcmode="lin" valueType="num">
                                      <p:cBhvr additive="base">
                                        <p:cTn id="4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anim calcmode="lin" valueType="num">
                                      <p:cBhvr additive="base">
                                        <p:cTn id="5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anim calcmode="lin" valueType="num">
                                      <p:cBhvr additive="base">
                                        <p:cTn id="55"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Paradigma Funcional - </a:t>
            </a:r>
            <a:r>
              <a:rPr lang="es-AR" dirty="0" err="1" smtClean="0"/>
              <a:t>Haskell</a:t>
            </a:r>
            <a:endParaRPr lang="es-AR" dirty="0"/>
          </a:p>
        </p:txBody>
      </p:sp>
      <p:sp>
        <p:nvSpPr>
          <p:cNvPr id="3" name="2 Marcador de contenido"/>
          <p:cNvSpPr>
            <a:spLocks noGrp="1"/>
          </p:cNvSpPr>
          <p:nvPr>
            <p:ph idx="1"/>
          </p:nvPr>
        </p:nvSpPr>
        <p:spPr>
          <a:xfrm>
            <a:off x="457200" y="1600200"/>
            <a:ext cx="8291264" cy="4997152"/>
          </a:xfrm>
        </p:spPr>
        <p:txBody>
          <a:bodyPr>
            <a:normAutofit fontScale="92500"/>
          </a:bodyPr>
          <a:lstStyle/>
          <a:p>
            <a:r>
              <a:rPr lang="es-AR" dirty="0" smtClean="0"/>
              <a:t>Usando </a:t>
            </a:r>
            <a:r>
              <a:rPr lang="es-AR" dirty="0" err="1" smtClean="0"/>
              <a:t>Foldeo</a:t>
            </a:r>
            <a:r>
              <a:rPr lang="es-AR" dirty="0" smtClean="0"/>
              <a:t> o reducción *:</a:t>
            </a:r>
          </a:p>
          <a:p>
            <a:pPr lvl="1"/>
            <a:r>
              <a:rPr lang="es-AR" dirty="0" err="1"/>
              <a:t>f</a:t>
            </a:r>
            <a:r>
              <a:rPr lang="es-AR" dirty="0" err="1" smtClean="0"/>
              <a:t>oldr</a:t>
            </a:r>
            <a:r>
              <a:rPr lang="es-AR" dirty="0" smtClean="0"/>
              <a:t>  (*) 7 []    ----- 7</a:t>
            </a:r>
          </a:p>
          <a:p>
            <a:pPr lvl="1"/>
            <a:r>
              <a:rPr lang="es-AR" dirty="0" err="1"/>
              <a:t>foldr</a:t>
            </a:r>
            <a:r>
              <a:rPr lang="es-AR" dirty="0"/>
              <a:t>  (*) 7 </a:t>
            </a:r>
            <a:r>
              <a:rPr lang="es-AR" dirty="0" smtClean="0"/>
              <a:t>[1,2,3]    </a:t>
            </a:r>
            <a:r>
              <a:rPr lang="es-AR" dirty="0"/>
              <a:t>----- </a:t>
            </a:r>
            <a:r>
              <a:rPr lang="es-AR" dirty="0" smtClean="0"/>
              <a:t>42</a:t>
            </a:r>
          </a:p>
          <a:p>
            <a:r>
              <a:rPr lang="es-AR" dirty="0" smtClean="0"/>
              <a:t>Usando ++</a:t>
            </a:r>
          </a:p>
          <a:p>
            <a:pPr lvl="1"/>
            <a:r>
              <a:rPr lang="es-AR" dirty="0" err="1"/>
              <a:t>foldr</a:t>
            </a:r>
            <a:r>
              <a:rPr lang="es-AR" dirty="0"/>
              <a:t>  </a:t>
            </a:r>
            <a:r>
              <a:rPr lang="es-AR" dirty="0" smtClean="0"/>
              <a:t>(++) “.” [“hola”,”chau”,”</a:t>
            </a:r>
            <a:r>
              <a:rPr lang="es-AR" dirty="0" err="1" smtClean="0"/>
              <a:t>adios</a:t>
            </a:r>
            <a:r>
              <a:rPr lang="es-AR" dirty="0" smtClean="0"/>
              <a:t>”]  “</a:t>
            </a:r>
            <a:r>
              <a:rPr lang="es-AR" dirty="0" err="1" smtClean="0"/>
              <a:t>holachauadios</a:t>
            </a:r>
            <a:r>
              <a:rPr lang="es-AR" dirty="0" smtClean="0"/>
              <a:t>.”</a:t>
            </a:r>
            <a:endParaRPr lang="es-AR" dirty="0"/>
          </a:p>
          <a:p>
            <a:pPr lvl="1"/>
            <a:r>
              <a:rPr lang="es-AR" dirty="0" err="1" smtClean="0"/>
              <a:t>foldl</a:t>
            </a:r>
            <a:r>
              <a:rPr lang="es-AR" dirty="0" smtClean="0"/>
              <a:t>  </a:t>
            </a:r>
            <a:r>
              <a:rPr lang="es-AR" dirty="0"/>
              <a:t>(++)  </a:t>
            </a:r>
            <a:r>
              <a:rPr lang="es-AR" dirty="0" smtClean="0"/>
              <a:t>“.” </a:t>
            </a:r>
            <a:r>
              <a:rPr lang="es-AR" dirty="0"/>
              <a:t>[“hola”,”chau”,”</a:t>
            </a:r>
            <a:r>
              <a:rPr lang="es-AR" dirty="0" err="1"/>
              <a:t>adios</a:t>
            </a:r>
            <a:r>
              <a:rPr lang="es-AR" dirty="0" smtClean="0"/>
              <a:t>”] “.</a:t>
            </a:r>
            <a:r>
              <a:rPr lang="es-AR" dirty="0" err="1" smtClean="0"/>
              <a:t>holachauadios</a:t>
            </a:r>
            <a:r>
              <a:rPr lang="es-AR" dirty="0" smtClean="0"/>
              <a:t>”</a:t>
            </a:r>
          </a:p>
          <a:p>
            <a:r>
              <a:rPr lang="es-AR" dirty="0" smtClean="0"/>
              <a:t>Usando </a:t>
            </a:r>
            <a:r>
              <a:rPr lang="es-AR" dirty="0" err="1" smtClean="0"/>
              <a:t>LambdaCalculo</a:t>
            </a:r>
            <a:endParaRPr lang="es-AR" dirty="0" smtClean="0"/>
          </a:p>
          <a:p>
            <a:pPr lvl="1"/>
            <a:r>
              <a:rPr lang="es-AR" dirty="0" err="1"/>
              <a:t>f</a:t>
            </a:r>
            <a:r>
              <a:rPr lang="es-AR" dirty="0" err="1" smtClean="0"/>
              <a:t>oldr</a:t>
            </a:r>
            <a:r>
              <a:rPr lang="es-AR" dirty="0" smtClean="0"/>
              <a:t> (\</a:t>
            </a:r>
            <a:r>
              <a:rPr lang="es-AR" dirty="0" err="1" smtClean="0"/>
              <a:t>string</a:t>
            </a:r>
            <a:r>
              <a:rPr lang="es-AR" dirty="0" smtClean="0"/>
              <a:t> </a:t>
            </a:r>
            <a:r>
              <a:rPr lang="es-AR" dirty="0" err="1" smtClean="0"/>
              <a:t>num</a:t>
            </a:r>
            <a:r>
              <a:rPr lang="es-AR" dirty="0" smtClean="0"/>
              <a:t> -&gt; </a:t>
            </a:r>
            <a:r>
              <a:rPr lang="es-AR" dirty="0" err="1" smtClean="0"/>
              <a:t>num</a:t>
            </a:r>
            <a:r>
              <a:rPr lang="es-AR" dirty="0" smtClean="0"/>
              <a:t> + </a:t>
            </a:r>
            <a:r>
              <a:rPr lang="es-AR" dirty="0" err="1" smtClean="0"/>
              <a:t>length</a:t>
            </a:r>
            <a:r>
              <a:rPr lang="es-AR" dirty="0" smtClean="0"/>
              <a:t> </a:t>
            </a:r>
            <a:r>
              <a:rPr lang="es-AR" dirty="0" err="1" smtClean="0"/>
              <a:t>string</a:t>
            </a:r>
            <a:r>
              <a:rPr lang="es-AR" dirty="0" smtClean="0"/>
              <a:t>) 0 [“hola”, “chau”, “</a:t>
            </a:r>
            <a:r>
              <a:rPr lang="es-AR" dirty="0" err="1" smtClean="0"/>
              <a:t>adios</a:t>
            </a:r>
            <a:r>
              <a:rPr lang="es-AR" dirty="0" smtClean="0"/>
              <a:t>”]  --------- 13</a:t>
            </a:r>
          </a:p>
          <a:p>
            <a:pPr lvl="1"/>
            <a:endParaRPr lang="es-AR" dirty="0" smtClean="0"/>
          </a:p>
          <a:p>
            <a:pPr lvl="1"/>
            <a:endParaRPr lang="es-AR" dirty="0" smtClean="0"/>
          </a:p>
          <a:p>
            <a:endParaRPr lang="es-AR" dirty="0"/>
          </a:p>
          <a:p>
            <a:endParaRPr lang="es-AR" dirty="0" smtClean="0"/>
          </a:p>
          <a:p>
            <a:pPr lvl="2"/>
            <a:endParaRPr lang="es-AR" dirty="0"/>
          </a:p>
          <a:p>
            <a:endParaRPr lang="es-AR" dirty="0" smtClean="0"/>
          </a:p>
          <a:p>
            <a:endParaRPr lang="es-AR" dirty="0" smtClean="0"/>
          </a:p>
          <a:p>
            <a:pPr lvl="1"/>
            <a:endParaRPr lang="es-AR" dirty="0" smtClean="0"/>
          </a:p>
          <a:p>
            <a:endParaRPr lang="es-AR" dirty="0" smtClean="0"/>
          </a:p>
          <a:p>
            <a:pPr lvl="1"/>
            <a:endParaRPr lang="es-AR" dirty="0" smtClean="0"/>
          </a:p>
          <a:p>
            <a:pPr lvl="2"/>
            <a:endParaRPr lang="es-AR" dirty="0" smtClean="0"/>
          </a:p>
          <a:p>
            <a:pPr lvl="1"/>
            <a:endParaRPr lang="es-AR" dirty="0"/>
          </a:p>
          <a:p>
            <a:pPr lvl="1"/>
            <a:endParaRPr lang="es-AR" dirty="0" smtClean="0"/>
          </a:p>
          <a:p>
            <a:pPr lvl="1"/>
            <a:endParaRPr lang="es-AR" dirty="0" smtClean="0"/>
          </a:p>
          <a:p>
            <a:pPr lvl="1"/>
            <a:endParaRPr lang="es-AR" dirty="0" smtClean="0"/>
          </a:p>
          <a:p>
            <a:pPr lvl="1"/>
            <a:endParaRPr lang="es-AR" dirty="0" smtClean="0"/>
          </a:p>
        </p:txBody>
      </p:sp>
    </p:spTree>
    <p:extLst>
      <p:ext uri="{BB962C8B-B14F-4D97-AF65-F5344CB8AC3E}">
        <p14:creationId xmlns:p14="http://schemas.microsoft.com/office/powerpoint/2010/main" val="2632802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0" end="0"/>
                                            </p:txEl>
                                          </p:spTgt>
                                        </p:tgtEl>
                                        <p:attrNameLst>
                                          <p:attrName>style.visibility</p:attrName>
                                        </p:attrNameLst>
                                      </p:cBhvr>
                                      <p:to>
                                        <p:strVal val="visible"/>
                                      </p:to>
                                    </p:set>
                                    <p:anim calcmode="lin" valueType="num">
                                      <p:cBhvr additive="base">
                                        <p:cTn id="35"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Paradigma Funcional - </a:t>
            </a:r>
            <a:r>
              <a:rPr lang="es-AR" dirty="0" err="1" smtClean="0"/>
              <a:t>Haskell</a:t>
            </a:r>
            <a:endParaRPr lang="es-AR" dirty="0"/>
          </a:p>
        </p:txBody>
      </p:sp>
      <p:sp>
        <p:nvSpPr>
          <p:cNvPr id="3" name="2 Marcador de contenido"/>
          <p:cNvSpPr>
            <a:spLocks noGrp="1"/>
          </p:cNvSpPr>
          <p:nvPr>
            <p:ph idx="1"/>
          </p:nvPr>
        </p:nvSpPr>
        <p:spPr>
          <a:xfrm>
            <a:off x="457200" y="1600200"/>
            <a:ext cx="8075240" cy="4997152"/>
          </a:xfrm>
        </p:spPr>
        <p:txBody>
          <a:bodyPr>
            <a:normAutofit/>
          </a:bodyPr>
          <a:lstStyle/>
          <a:p>
            <a:r>
              <a:rPr lang="es-AR" dirty="0" smtClean="0"/>
              <a:t>Ejemplo:</a:t>
            </a:r>
          </a:p>
          <a:p>
            <a:pPr lvl="1"/>
            <a:r>
              <a:rPr lang="es-AR" dirty="0" smtClean="0"/>
              <a:t>De entre los alimentos que no son </a:t>
            </a:r>
            <a:r>
              <a:rPr lang="es-AR" dirty="0" err="1" smtClean="0"/>
              <a:t>pococaloricos</a:t>
            </a:r>
            <a:r>
              <a:rPr lang="es-AR" dirty="0" smtClean="0"/>
              <a:t>, si hay alguno que tenga mas proteínas que grasas</a:t>
            </a:r>
          </a:p>
          <a:p>
            <a:pPr lvl="1"/>
            <a:r>
              <a:rPr lang="es-AR" dirty="0" smtClean="0"/>
              <a:t>Que alimente tiene mayor valor </a:t>
            </a:r>
            <a:r>
              <a:rPr lang="es-AR" dirty="0" err="1" smtClean="0"/>
              <a:t>calorico</a:t>
            </a:r>
            <a:r>
              <a:rPr lang="es-AR" dirty="0" smtClean="0"/>
              <a:t>, mas carbohidratos, mayor nombre, teniendo en cuenta que ya existe la siguiente función:</a:t>
            </a:r>
          </a:p>
          <a:p>
            <a:pPr lvl="2"/>
            <a:r>
              <a:rPr lang="es-AR" dirty="0" err="1" smtClean="0"/>
              <a:t>elDeMayor</a:t>
            </a:r>
            <a:r>
              <a:rPr lang="es-AR" dirty="0" smtClean="0"/>
              <a:t> :: Ord b =&gt; (a -&gt; b) -&gt;a -&gt;a -&gt;a</a:t>
            </a:r>
          </a:p>
          <a:p>
            <a:pPr lvl="2"/>
            <a:r>
              <a:rPr lang="es-AR" dirty="0" err="1" smtClean="0"/>
              <a:t>elDeMayor</a:t>
            </a:r>
            <a:r>
              <a:rPr lang="es-AR" dirty="0" smtClean="0"/>
              <a:t> </a:t>
            </a:r>
            <a:r>
              <a:rPr lang="es-AR" dirty="0" err="1" smtClean="0"/>
              <a:t>ponderacion</a:t>
            </a:r>
            <a:r>
              <a:rPr lang="es-AR" dirty="0" smtClean="0"/>
              <a:t> x y </a:t>
            </a:r>
          </a:p>
          <a:p>
            <a:pPr lvl="3"/>
            <a:r>
              <a:rPr lang="es-AR" dirty="0" smtClean="0"/>
              <a:t>| </a:t>
            </a:r>
            <a:r>
              <a:rPr lang="es-AR" dirty="0" err="1" smtClean="0"/>
              <a:t>ponderacion</a:t>
            </a:r>
            <a:r>
              <a:rPr lang="es-AR" dirty="0" smtClean="0"/>
              <a:t> x &gt; </a:t>
            </a:r>
            <a:r>
              <a:rPr lang="es-AR" dirty="0" err="1" smtClean="0"/>
              <a:t>ponderacion</a:t>
            </a:r>
            <a:r>
              <a:rPr lang="es-AR" dirty="0" smtClean="0"/>
              <a:t> y  = x</a:t>
            </a:r>
          </a:p>
          <a:p>
            <a:pPr lvl="3"/>
            <a:r>
              <a:rPr lang="es-AR" dirty="0" err="1" smtClean="0"/>
              <a:t>otherwise</a:t>
            </a:r>
            <a:r>
              <a:rPr lang="es-AR" dirty="0" smtClean="0"/>
              <a:t>  y</a:t>
            </a:r>
          </a:p>
          <a:p>
            <a:pPr lvl="1"/>
            <a:endParaRPr lang="es-AR" dirty="0" smtClean="0"/>
          </a:p>
          <a:p>
            <a:pPr lvl="1"/>
            <a:endParaRPr lang="es-AR" dirty="0" smtClean="0"/>
          </a:p>
          <a:p>
            <a:endParaRPr lang="es-AR" dirty="0"/>
          </a:p>
          <a:p>
            <a:endParaRPr lang="es-AR" dirty="0" smtClean="0"/>
          </a:p>
          <a:p>
            <a:pPr lvl="2"/>
            <a:endParaRPr lang="es-AR" dirty="0"/>
          </a:p>
          <a:p>
            <a:endParaRPr lang="es-AR" dirty="0" smtClean="0"/>
          </a:p>
          <a:p>
            <a:endParaRPr lang="es-AR" dirty="0" smtClean="0"/>
          </a:p>
          <a:p>
            <a:pPr lvl="1"/>
            <a:endParaRPr lang="es-AR" dirty="0" smtClean="0"/>
          </a:p>
          <a:p>
            <a:endParaRPr lang="es-AR" dirty="0" smtClean="0"/>
          </a:p>
          <a:p>
            <a:pPr lvl="1"/>
            <a:endParaRPr lang="es-AR" dirty="0" smtClean="0"/>
          </a:p>
          <a:p>
            <a:pPr lvl="2"/>
            <a:endParaRPr lang="es-AR" dirty="0" smtClean="0"/>
          </a:p>
          <a:p>
            <a:pPr lvl="1"/>
            <a:endParaRPr lang="es-AR" dirty="0"/>
          </a:p>
          <a:p>
            <a:pPr lvl="1"/>
            <a:endParaRPr lang="es-AR" dirty="0" smtClean="0"/>
          </a:p>
          <a:p>
            <a:pPr lvl="1"/>
            <a:endParaRPr lang="es-AR" dirty="0" smtClean="0"/>
          </a:p>
          <a:p>
            <a:pPr lvl="1"/>
            <a:endParaRPr lang="es-AR" dirty="0" smtClean="0"/>
          </a:p>
          <a:p>
            <a:pPr lvl="1"/>
            <a:endParaRPr lang="es-AR" dirty="0" smtClean="0"/>
          </a:p>
        </p:txBody>
      </p:sp>
    </p:spTree>
    <p:extLst>
      <p:ext uri="{BB962C8B-B14F-4D97-AF65-F5344CB8AC3E}">
        <p14:creationId xmlns:p14="http://schemas.microsoft.com/office/powerpoint/2010/main" val="5945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Paradigma Funcional - </a:t>
            </a:r>
            <a:r>
              <a:rPr lang="es-AR" dirty="0" err="1" smtClean="0"/>
              <a:t>Haskell</a:t>
            </a:r>
            <a:endParaRPr lang="es-AR" dirty="0"/>
          </a:p>
        </p:txBody>
      </p:sp>
      <p:sp>
        <p:nvSpPr>
          <p:cNvPr id="3" name="2 Marcador de contenido"/>
          <p:cNvSpPr>
            <a:spLocks noGrp="1"/>
          </p:cNvSpPr>
          <p:nvPr>
            <p:ph idx="1"/>
          </p:nvPr>
        </p:nvSpPr>
        <p:spPr>
          <a:xfrm>
            <a:off x="457200" y="1600200"/>
            <a:ext cx="8075240" cy="4997152"/>
          </a:xfrm>
        </p:spPr>
        <p:txBody>
          <a:bodyPr>
            <a:normAutofit fontScale="92500" lnSpcReduction="10000"/>
          </a:bodyPr>
          <a:lstStyle/>
          <a:p>
            <a:r>
              <a:rPr lang="es-AR" dirty="0" err="1" smtClean="0"/>
              <a:t>Resolucion</a:t>
            </a:r>
            <a:r>
              <a:rPr lang="es-AR" dirty="0"/>
              <a:t> </a:t>
            </a:r>
            <a:r>
              <a:rPr lang="es-AR" dirty="0" smtClean="0"/>
              <a:t>a)</a:t>
            </a:r>
          </a:p>
          <a:p>
            <a:pPr lvl="1"/>
            <a:r>
              <a:rPr lang="es-AR" dirty="0" smtClean="0"/>
              <a:t>Filtrado no poco </a:t>
            </a:r>
            <a:r>
              <a:rPr lang="es-AR" dirty="0" err="1" smtClean="0"/>
              <a:t>caloricos</a:t>
            </a:r>
            <a:endParaRPr lang="es-AR" dirty="0" smtClean="0"/>
          </a:p>
          <a:p>
            <a:pPr lvl="2"/>
            <a:r>
              <a:rPr lang="es-AR" dirty="0" err="1" smtClean="0"/>
              <a:t>filter</a:t>
            </a:r>
            <a:r>
              <a:rPr lang="es-AR" dirty="0" smtClean="0"/>
              <a:t> (</a:t>
            </a:r>
            <a:r>
              <a:rPr lang="es-AR" dirty="0" err="1" smtClean="0"/>
              <a:t>not</a:t>
            </a:r>
            <a:r>
              <a:rPr lang="es-AR" dirty="0" smtClean="0"/>
              <a:t> </a:t>
            </a:r>
            <a:r>
              <a:rPr lang="es-AR" dirty="0" err="1" smtClean="0"/>
              <a:t>pocoCalorico</a:t>
            </a:r>
            <a:r>
              <a:rPr lang="es-AR" dirty="0" smtClean="0"/>
              <a:t>)  </a:t>
            </a:r>
            <a:r>
              <a:rPr lang="es-AR" dirty="0" err="1" smtClean="0"/>
              <a:t>infoNutricionales</a:t>
            </a:r>
            <a:endParaRPr lang="es-AR" dirty="0" smtClean="0"/>
          </a:p>
          <a:p>
            <a:pPr lvl="1"/>
            <a:r>
              <a:rPr lang="es-AR" dirty="0" err="1" smtClean="0"/>
              <a:t>Proteinas</a:t>
            </a:r>
            <a:r>
              <a:rPr lang="es-AR" dirty="0" smtClean="0"/>
              <a:t> de alimentos</a:t>
            </a:r>
          </a:p>
          <a:p>
            <a:pPr lvl="2"/>
            <a:r>
              <a:rPr lang="es-AR" dirty="0" err="1"/>
              <a:t>a</a:t>
            </a:r>
            <a:r>
              <a:rPr lang="es-AR" dirty="0" err="1" smtClean="0"/>
              <a:t>ny</a:t>
            </a:r>
            <a:r>
              <a:rPr lang="es-AR" dirty="0" smtClean="0"/>
              <a:t> (\</a:t>
            </a:r>
            <a:r>
              <a:rPr lang="es-AR" dirty="0" err="1" smtClean="0"/>
              <a:t>infoNutricional</a:t>
            </a:r>
            <a:r>
              <a:rPr lang="es-AR" dirty="0" smtClean="0"/>
              <a:t> -&gt; </a:t>
            </a:r>
            <a:r>
              <a:rPr lang="es-AR" dirty="0" err="1" smtClean="0"/>
              <a:t>proteinas</a:t>
            </a:r>
            <a:r>
              <a:rPr lang="es-AR" dirty="0" smtClean="0"/>
              <a:t> </a:t>
            </a:r>
            <a:r>
              <a:rPr lang="es-AR" dirty="0" err="1" smtClean="0"/>
              <a:t>infoNutricional</a:t>
            </a:r>
            <a:r>
              <a:rPr lang="es-AR" dirty="0" smtClean="0"/>
              <a:t> &gt; grasas </a:t>
            </a:r>
            <a:r>
              <a:rPr lang="es-AR" dirty="0" err="1" smtClean="0"/>
              <a:t>infoNutricional</a:t>
            </a:r>
            <a:r>
              <a:rPr lang="es-AR" dirty="0" smtClean="0"/>
              <a:t>)</a:t>
            </a:r>
          </a:p>
          <a:p>
            <a:pPr lvl="1"/>
            <a:r>
              <a:rPr lang="es-AR" dirty="0" smtClean="0"/>
              <a:t>Juntado:</a:t>
            </a:r>
          </a:p>
          <a:p>
            <a:pPr lvl="2"/>
            <a:r>
              <a:rPr lang="es-AR" dirty="0" err="1"/>
              <a:t>any</a:t>
            </a:r>
            <a:r>
              <a:rPr lang="es-AR" dirty="0"/>
              <a:t> (\</a:t>
            </a:r>
            <a:r>
              <a:rPr lang="es-AR" dirty="0" err="1"/>
              <a:t>infoNutricional</a:t>
            </a:r>
            <a:r>
              <a:rPr lang="es-AR" dirty="0"/>
              <a:t> -&gt; </a:t>
            </a:r>
            <a:r>
              <a:rPr lang="es-AR" dirty="0" err="1"/>
              <a:t>proteinas</a:t>
            </a:r>
            <a:r>
              <a:rPr lang="es-AR" dirty="0"/>
              <a:t> </a:t>
            </a:r>
            <a:r>
              <a:rPr lang="es-AR" dirty="0" err="1"/>
              <a:t>infoNutricional</a:t>
            </a:r>
            <a:r>
              <a:rPr lang="es-AR" dirty="0"/>
              <a:t> &gt; grasas </a:t>
            </a:r>
            <a:r>
              <a:rPr lang="es-AR" dirty="0" err="1"/>
              <a:t>infoNutricional</a:t>
            </a:r>
            <a:r>
              <a:rPr lang="es-AR" dirty="0" smtClean="0"/>
              <a:t>) . </a:t>
            </a:r>
            <a:r>
              <a:rPr lang="es-AR" dirty="0" err="1"/>
              <a:t>filter</a:t>
            </a:r>
            <a:r>
              <a:rPr lang="es-AR" dirty="0"/>
              <a:t> (</a:t>
            </a:r>
            <a:r>
              <a:rPr lang="es-AR" dirty="0" err="1"/>
              <a:t>not</a:t>
            </a:r>
            <a:r>
              <a:rPr lang="es-AR" dirty="0"/>
              <a:t> </a:t>
            </a:r>
            <a:r>
              <a:rPr lang="es-AR" dirty="0" err="1"/>
              <a:t>pocoCalorico</a:t>
            </a:r>
            <a:r>
              <a:rPr lang="es-AR" dirty="0"/>
              <a:t>)  </a:t>
            </a:r>
            <a:r>
              <a:rPr lang="es-AR" dirty="0" err="1" smtClean="0"/>
              <a:t>infoNutricionales</a:t>
            </a:r>
            <a:endParaRPr lang="es-AR" dirty="0" smtClean="0"/>
          </a:p>
          <a:p>
            <a:pPr lvl="1"/>
            <a:r>
              <a:rPr lang="es-AR" dirty="0" smtClean="0"/>
              <a:t>Para ver la </a:t>
            </a:r>
            <a:r>
              <a:rPr lang="es-AR" dirty="0" err="1" smtClean="0"/>
              <a:t>info</a:t>
            </a:r>
            <a:endParaRPr lang="es-AR" dirty="0" smtClean="0"/>
          </a:p>
          <a:p>
            <a:pPr lvl="2"/>
            <a:r>
              <a:rPr lang="es-AR" dirty="0" err="1"/>
              <a:t>f</a:t>
            </a:r>
            <a:r>
              <a:rPr lang="es-AR" dirty="0" err="1" smtClean="0"/>
              <a:t>ilter</a:t>
            </a:r>
            <a:r>
              <a:rPr lang="es-AR" dirty="0" smtClean="0"/>
              <a:t> </a:t>
            </a:r>
            <a:r>
              <a:rPr lang="es-AR" dirty="0"/>
              <a:t>(\</a:t>
            </a:r>
            <a:r>
              <a:rPr lang="es-AR" dirty="0" err="1"/>
              <a:t>infoNutricional</a:t>
            </a:r>
            <a:r>
              <a:rPr lang="es-AR" dirty="0"/>
              <a:t> -&gt; </a:t>
            </a:r>
            <a:r>
              <a:rPr lang="es-AR" dirty="0" err="1"/>
              <a:t>proteinas</a:t>
            </a:r>
            <a:r>
              <a:rPr lang="es-AR" dirty="0"/>
              <a:t> </a:t>
            </a:r>
            <a:r>
              <a:rPr lang="es-AR" dirty="0" err="1"/>
              <a:t>infoNutricional</a:t>
            </a:r>
            <a:r>
              <a:rPr lang="es-AR" dirty="0"/>
              <a:t> &gt; grasas </a:t>
            </a:r>
            <a:r>
              <a:rPr lang="es-AR" dirty="0" err="1"/>
              <a:t>infoNutricional</a:t>
            </a:r>
            <a:r>
              <a:rPr lang="es-AR" dirty="0"/>
              <a:t>) . </a:t>
            </a:r>
            <a:r>
              <a:rPr lang="es-AR" dirty="0" err="1"/>
              <a:t>filter</a:t>
            </a:r>
            <a:r>
              <a:rPr lang="es-AR" dirty="0"/>
              <a:t> (</a:t>
            </a:r>
            <a:r>
              <a:rPr lang="es-AR" dirty="0" err="1"/>
              <a:t>not</a:t>
            </a:r>
            <a:r>
              <a:rPr lang="es-AR" dirty="0"/>
              <a:t> </a:t>
            </a:r>
            <a:r>
              <a:rPr lang="es-AR" dirty="0" err="1"/>
              <a:t>pocoCalorico</a:t>
            </a:r>
            <a:r>
              <a:rPr lang="es-AR" dirty="0"/>
              <a:t>)  </a:t>
            </a:r>
            <a:r>
              <a:rPr lang="es-AR" dirty="0" err="1" smtClean="0"/>
              <a:t>infoNutricionales</a:t>
            </a:r>
            <a:endParaRPr lang="es-AR" dirty="0"/>
          </a:p>
          <a:p>
            <a:pPr lvl="2"/>
            <a:endParaRPr lang="es-AR" dirty="0" smtClean="0"/>
          </a:p>
          <a:p>
            <a:pPr lvl="2"/>
            <a:endParaRPr lang="es-AR" dirty="0" smtClean="0"/>
          </a:p>
          <a:p>
            <a:pPr lvl="1"/>
            <a:endParaRPr lang="es-AR" dirty="0" smtClean="0"/>
          </a:p>
          <a:p>
            <a:endParaRPr lang="es-AR" dirty="0"/>
          </a:p>
          <a:p>
            <a:endParaRPr lang="es-AR" dirty="0" smtClean="0"/>
          </a:p>
          <a:p>
            <a:pPr lvl="2"/>
            <a:endParaRPr lang="es-AR" dirty="0"/>
          </a:p>
          <a:p>
            <a:endParaRPr lang="es-AR" dirty="0" smtClean="0"/>
          </a:p>
          <a:p>
            <a:endParaRPr lang="es-AR" dirty="0" smtClean="0"/>
          </a:p>
          <a:p>
            <a:pPr lvl="1"/>
            <a:endParaRPr lang="es-AR" dirty="0" smtClean="0"/>
          </a:p>
          <a:p>
            <a:endParaRPr lang="es-AR" dirty="0" smtClean="0"/>
          </a:p>
          <a:p>
            <a:pPr lvl="1"/>
            <a:endParaRPr lang="es-AR" dirty="0" smtClean="0"/>
          </a:p>
          <a:p>
            <a:pPr lvl="2"/>
            <a:endParaRPr lang="es-AR" dirty="0" smtClean="0"/>
          </a:p>
          <a:p>
            <a:pPr lvl="1"/>
            <a:endParaRPr lang="es-AR" dirty="0"/>
          </a:p>
          <a:p>
            <a:pPr lvl="1"/>
            <a:endParaRPr lang="es-AR" dirty="0" smtClean="0"/>
          </a:p>
          <a:p>
            <a:pPr lvl="1"/>
            <a:endParaRPr lang="es-AR" dirty="0" smtClean="0"/>
          </a:p>
          <a:p>
            <a:pPr lvl="1"/>
            <a:endParaRPr lang="es-AR" dirty="0" smtClean="0"/>
          </a:p>
          <a:p>
            <a:pPr lvl="1"/>
            <a:endParaRPr lang="es-AR" dirty="0" smtClean="0"/>
          </a:p>
        </p:txBody>
      </p:sp>
    </p:spTree>
    <p:extLst>
      <p:ext uri="{BB962C8B-B14F-4D97-AF65-F5344CB8AC3E}">
        <p14:creationId xmlns:p14="http://schemas.microsoft.com/office/powerpoint/2010/main" val="1922326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 calcmode="lin" valueType="num">
                                      <p:cBhvr additive="base">
                                        <p:cTn id="3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Paradigma Funcional - </a:t>
            </a:r>
            <a:r>
              <a:rPr lang="es-AR" dirty="0" err="1" smtClean="0"/>
              <a:t>Haskell</a:t>
            </a:r>
            <a:endParaRPr lang="es-AR" dirty="0"/>
          </a:p>
        </p:txBody>
      </p:sp>
      <p:sp>
        <p:nvSpPr>
          <p:cNvPr id="3" name="2 Marcador de contenido"/>
          <p:cNvSpPr>
            <a:spLocks noGrp="1"/>
          </p:cNvSpPr>
          <p:nvPr>
            <p:ph idx="1"/>
          </p:nvPr>
        </p:nvSpPr>
        <p:spPr>
          <a:xfrm>
            <a:off x="457200" y="1600200"/>
            <a:ext cx="8075240" cy="4997152"/>
          </a:xfrm>
        </p:spPr>
        <p:txBody>
          <a:bodyPr>
            <a:normAutofit/>
          </a:bodyPr>
          <a:lstStyle/>
          <a:p>
            <a:r>
              <a:rPr lang="es-AR" dirty="0" err="1" smtClean="0"/>
              <a:t>Resolucion</a:t>
            </a:r>
            <a:r>
              <a:rPr lang="es-AR" dirty="0"/>
              <a:t> b</a:t>
            </a:r>
            <a:r>
              <a:rPr lang="es-AR" dirty="0" smtClean="0"/>
              <a:t>)</a:t>
            </a:r>
          </a:p>
          <a:p>
            <a:pPr lvl="1"/>
            <a:r>
              <a:rPr lang="es-AR" dirty="0" smtClean="0"/>
              <a:t>Filtrado no poco </a:t>
            </a:r>
            <a:r>
              <a:rPr lang="es-AR" dirty="0" err="1" smtClean="0"/>
              <a:t>caloricos</a:t>
            </a:r>
            <a:endParaRPr lang="es-AR" dirty="0" smtClean="0"/>
          </a:p>
          <a:p>
            <a:pPr lvl="2"/>
            <a:r>
              <a:rPr lang="es-AR" dirty="0" err="1" smtClean="0"/>
              <a:t>elDeMayor</a:t>
            </a:r>
            <a:r>
              <a:rPr lang="es-AR" dirty="0" smtClean="0"/>
              <a:t> </a:t>
            </a:r>
            <a:r>
              <a:rPr lang="es-AR" dirty="0" err="1" smtClean="0"/>
              <a:t>calorias</a:t>
            </a:r>
            <a:r>
              <a:rPr lang="es-AR" dirty="0" smtClean="0"/>
              <a:t> </a:t>
            </a:r>
            <a:r>
              <a:rPr lang="es-AR" dirty="0" err="1" smtClean="0"/>
              <a:t>infoManzan</a:t>
            </a:r>
            <a:r>
              <a:rPr lang="es-AR" dirty="0" smtClean="0"/>
              <a:t> </a:t>
            </a:r>
            <a:r>
              <a:rPr lang="es-AR" dirty="0" err="1" smtClean="0"/>
              <a:t>infoBanana</a:t>
            </a:r>
            <a:endParaRPr lang="es-AR" dirty="0" smtClean="0"/>
          </a:p>
          <a:p>
            <a:pPr lvl="1"/>
            <a:r>
              <a:rPr lang="es-AR" dirty="0" smtClean="0"/>
              <a:t>Foldr1 (</a:t>
            </a:r>
            <a:r>
              <a:rPr lang="es-AR" dirty="0" err="1" smtClean="0"/>
              <a:t>elDeMayor</a:t>
            </a:r>
            <a:r>
              <a:rPr lang="es-AR" dirty="0" smtClean="0"/>
              <a:t> </a:t>
            </a:r>
            <a:r>
              <a:rPr lang="es-AR" dirty="0" err="1" smtClean="0"/>
              <a:t>calorias</a:t>
            </a:r>
            <a:r>
              <a:rPr lang="es-AR" dirty="0" smtClean="0"/>
              <a:t>) </a:t>
            </a:r>
            <a:r>
              <a:rPr lang="es-AR" dirty="0" err="1" smtClean="0"/>
              <a:t>infoNutricionales</a:t>
            </a:r>
            <a:endParaRPr lang="es-AR" dirty="0" smtClean="0"/>
          </a:p>
          <a:p>
            <a:endParaRPr lang="es-AR" dirty="0" smtClean="0"/>
          </a:p>
          <a:p>
            <a:pPr lvl="1"/>
            <a:endParaRPr lang="es-AR" dirty="0" smtClean="0"/>
          </a:p>
          <a:p>
            <a:endParaRPr lang="es-AR" dirty="0"/>
          </a:p>
          <a:p>
            <a:endParaRPr lang="es-AR" dirty="0" smtClean="0"/>
          </a:p>
          <a:p>
            <a:pPr lvl="2"/>
            <a:endParaRPr lang="es-AR" dirty="0"/>
          </a:p>
          <a:p>
            <a:endParaRPr lang="es-AR" dirty="0" smtClean="0"/>
          </a:p>
          <a:p>
            <a:endParaRPr lang="es-AR" dirty="0" smtClean="0"/>
          </a:p>
          <a:p>
            <a:pPr lvl="1"/>
            <a:endParaRPr lang="es-AR" dirty="0" smtClean="0"/>
          </a:p>
          <a:p>
            <a:endParaRPr lang="es-AR" dirty="0" smtClean="0"/>
          </a:p>
          <a:p>
            <a:pPr lvl="1"/>
            <a:endParaRPr lang="es-AR" dirty="0" smtClean="0"/>
          </a:p>
          <a:p>
            <a:pPr lvl="2"/>
            <a:endParaRPr lang="es-AR" dirty="0" smtClean="0"/>
          </a:p>
          <a:p>
            <a:pPr lvl="1"/>
            <a:endParaRPr lang="es-AR" dirty="0"/>
          </a:p>
          <a:p>
            <a:pPr lvl="1"/>
            <a:endParaRPr lang="es-AR" dirty="0" smtClean="0"/>
          </a:p>
          <a:p>
            <a:pPr lvl="1"/>
            <a:endParaRPr lang="es-AR" dirty="0" smtClean="0"/>
          </a:p>
          <a:p>
            <a:pPr lvl="1"/>
            <a:endParaRPr lang="es-AR" dirty="0" smtClean="0"/>
          </a:p>
          <a:p>
            <a:pPr lvl="1"/>
            <a:endParaRPr lang="es-AR" dirty="0" smtClean="0"/>
          </a:p>
        </p:txBody>
      </p:sp>
    </p:spTree>
    <p:extLst>
      <p:ext uri="{BB962C8B-B14F-4D97-AF65-F5344CB8AC3E}">
        <p14:creationId xmlns:p14="http://schemas.microsoft.com/office/powerpoint/2010/main" val="2666719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Paradigma Funcional - </a:t>
            </a:r>
            <a:r>
              <a:rPr lang="es-AR" dirty="0" err="1" smtClean="0"/>
              <a:t>Haskell</a:t>
            </a:r>
            <a:endParaRPr lang="es-AR" dirty="0"/>
          </a:p>
        </p:txBody>
      </p:sp>
      <p:sp>
        <p:nvSpPr>
          <p:cNvPr id="3" name="2 Marcador de contenido"/>
          <p:cNvSpPr>
            <a:spLocks noGrp="1"/>
          </p:cNvSpPr>
          <p:nvPr>
            <p:ph idx="1"/>
          </p:nvPr>
        </p:nvSpPr>
        <p:spPr>
          <a:xfrm>
            <a:off x="457200" y="1600200"/>
            <a:ext cx="8075240" cy="4997152"/>
          </a:xfrm>
        </p:spPr>
        <p:txBody>
          <a:bodyPr>
            <a:normAutofit/>
          </a:bodyPr>
          <a:lstStyle/>
          <a:p>
            <a:r>
              <a:rPr lang="es-AR" dirty="0" smtClean="0"/>
              <a:t>Ejemplos interesantes</a:t>
            </a:r>
          </a:p>
          <a:p>
            <a:pPr lvl="1"/>
            <a:r>
              <a:rPr lang="es-AR" dirty="0"/>
              <a:t>c</a:t>
            </a:r>
            <a:r>
              <a:rPr lang="es-AR" dirty="0" smtClean="0"/>
              <a:t>omponer funciones = foldr1 (.) funciones</a:t>
            </a:r>
          </a:p>
          <a:p>
            <a:pPr lvl="2"/>
            <a:r>
              <a:rPr lang="es-AR" dirty="0" smtClean="0"/>
              <a:t>Con funciones una lista de funciones. No permite vacío</a:t>
            </a:r>
          </a:p>
          <a:p>
            <a:pPr lvl="1"/>
            <a:r>
              <a:rPr lang="es-AR" dirty="0" smtClean="0"/>
              <a:t>componer1 funciones = </a:t>
            </a:r>
            <a:r>
              <a:rPr lang="es-AR" dirty="0" err="1" smtClean="0"/>
              <a:t>foldr</a:t>
            </a:r>
            <a:r>
              <a:rPr lang="es-AR" dirty="0" smtClean="0"/>
              <a:t> (.) id funciones</a:t>
            </a:r>
          </a:p>
          <a:p>
            <a:pPr lvl="2"/>
            <a:r>
              <a:rPr lang="es-AR" dirty="0" smtClean="0"/>
              <a:t>Si acepta la lista vacía de funciones</a:t>
            </a:r>
          </a:p>
          <a:p>
            <a:pPr lvl="1"/>
            <a:endParaRPr lang="es-AR" dirty="0"/>
          </a:p>
          <a:p>
            <a:endParaRPr lang="es-AR" dirty="0" smtClean="0"/>
          </a:p>
          <a:p>
            <a:pPr lvl="2"/>
            <a:endParaRPr lang="es-AR" dirty="0"/>
          </a:p>
          <a:p>
            <a:endParaRPr lang="es-AR" dirty="0" smtClean="0"/>
          </a:p>
          <a:p>
            <a:endParaRPr lang="es-AR" dirty="0" smtClean="0"/>
          </a:p>
          <a:p>
            <a:pPr lvl="1"/>
            <a:endParaRPr lang="es-AR" dirty="0" smtClean="0"/>
          </a:p>
          <a:p>
            <a:endParaRPr lang="es-AR" dirty="0" smtClean="0"/>
          </a:p>
          <a:p>
            <a:pPr lvl="1"/>
            <a:endParaRPr lang="es-AR" dirty="0" smtClean="0"/>
          </a:p>
          <a:p>
            <a:pPr lvl="2"/>
            <a:endParaRPr lang="es-AR" dirty="0" smtClean="0"/>
          </a:p>
          <a:p>
            <a:pPr lvl="1"/>
            <a:endParaRPr lang="es-AR" dirty="0"/>
          </a:p>
          <a:p>
            <a:pPr lvl="1"/>
            <a:endParaRPr lang="es-AR" dirty="0" smtClean="0"/>
          </a:p>
          <a:p>
            <a:pPr lvl="1"/>
            <a:endParaRPr lang="es-AR" dirty="0" smtClean="0"/>
          </a:p>
          <a:p>
            <a:pPr lvl="1"/>
            <a:endParaRPr lang="es-AR" dirty="0" smtClean="0"/>
          </a:p>
          <a:p>
            <a:pPr lvl="1"/>
            <a:endParaRPr lang="es-AR" dirty="0" smtClean="0"/>
          </a:p>
        </p:txBody>
      </p:sp>
    </p:spTree>
    <p:extLst>
      <p:ext uri="{BB962C8B-B14F-4D97-AF65-F5344CB8AC3E}">
        <p14:creationId xmlns:p14="http://schemas.microsoft.com/office/powerpoint/2010/main" val="156503389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Paradigma Funcional - </a:t>
            </a:r>
            <a:r>
              <a:rPr lang="es-AR" dirty="0" err="1" smtClean="0"/>
              <a:t>Haskell</a:t>
            </a:r>
            <a:endParaRPr lang="es-AR"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5536" y="1268760"/>
            <a:ext cx="8453064" cy="47525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0695771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Paradigma Funcional</a:t>
            </a:r>
            <a:endParaRPr lang="es-AR" dirty="0"/>
          </a:p>
        </p:txBody>
      </p:sp>
      <p:sp>
        <p:nvSpPr>
          <p:cNvPr id="3" name="2 Marcador de contenido"/>
          <p:cNvSpPr>
            <a:spLocks noGrp="1"/>
          </p:cNvSpPr>
          <p:nvPr>
            <p:ph idx="1"/>
          </p:nvPr>
        </p:nvSpPr>
        <p:spPr/>
        <p:txBody>
          <a:bodyPr>
            <a:normAutofit fontScale="85000" lnSpcReduction="10000"/>
          </a:bodyPr>
          <a:lstStyle/>
          <a:p>
            <a:r>
              <a:rPr lang="es-AR" dirty="0" smtClean="0"/>
              <a:t>Teniendo un juego de cartas con superhéroes y para cada superhéroe se tiene información de sus poderes.</a:t>
            </a:r>
          </a:p>
          <a:p>
            <a:r>
              <a:rPr lang="es-AR" dirty="0" smtClean="0"/>
              <a:t>Se pide extender las cartas para incluir </a:t>
            </a:r>
            <a:r>
              <a:rPr lang="es-AR" dirty="0" err="1" smtClean="0"/>
              <a:t>tags</a:t>
            </a:r>
            <a:r>
              <a:rPr lang="es-AR" dirty="0" smtClean="0"/>
              <a:t> y definir funciones para cambiarlos</a:t>
            </a:r>
          </a:p>
          <a:p>
            <a:r>
              <a:rPr lang="es-AR" dirty="0" smtClean="0"/>
              <a:t>Dado un mazo de cartas:</a:t>
            </a:r>
          </a:p>
          <a:p>
            <a:pPr lvl="1"/>
            <a:r>
              <a:rPr lang="es-AR" dirty="0" smtClean="0"/>
              <a:t>Obtener los nombres de las cartas que</a:t>
            </a:r>
            <a:br>
              <a:rPr lang="es-AR" dirty="0" smtClean="0"/>
            </a:br>
            <a:r>
              <a:rPr lang="es-AR" dirty="0" smtClean="0"/>
              <a:t> comienzan con “</a:t>
            </a:r>
            <a:r>
              <a:rPr lang="es-AR" dirty="0" err="1" smtClean="0"/>
              <a:t>bat</a:t>
            </a:r>
            <a:r>
              <a:rPr lang="es-AR" dirty="0" smtClean="0"/>
              <a:t>”</a:t>
            </a:r>
          </a:p>
          <a:p>
            <a:pPr lvl="1"/>
            <a:r>
              <a:rPr lang="es-AR" dirty="0" smtClean="0"/>
              <a:t>Averiguar si hay cartas con los </a:t>
            </a:r>
            <a:r>
              <a:rPr lang="es-AR" dirty="0" err="1" smtClean="0"/>
              <a:t>tags</a:t>
            </a:r>
            <a:r>
              <a:rPr lang="es-AR" dirty="0"/>
              <a:t> </a:t>
            </a:r>
            <a:r>
              <a:rPr lang="es-AR" dirty="0" smtClean="0"/>
              <a:t/>
            </a:r>
            <a:br>
              <a:rPr lang="es-AR" dirty="0" smtClean="0"/>
            </a:br>
            <a:r>
              <a:rPr lang="es-AR" dirty="0" smtClean="0"/>
              <a:t>demasiado largos.</a:t>
            </a:r>
          </a:p>
          <a:p>
            <a:pPr lvl="1"/>
            <a:r>
              <a:rPr lang="es-AR" dirty="0" smtClean="0"/>
              <a:t>Corregir las cartas a las que pusieron </a:t>
            </a:r>
            <a:br>
              <a:rPr lang="es-AR" dirty="0" smtClean="0"/>
            </a:br>
            <a:r>
              <a:rPr lang="es-AR" dirty="0" err="1" smtClean="0"/>
              <a:t>tag</a:t>
            </a:r>
            <a:r>
              <a:rPr lang="es-AR" dirty="0" smtClean="0"/>
              <a:t> #alguien en lugar de #</a:t>
            </a:r>
            <a:r>
              <a:rPr lang="es-AR" dirty="0" err="1"/>
              <a:t>a</a:t>
            </a:r>
            <a:r>
              <a:rPr lang="es-AR" dirty="0" err="1" smtClean="0"/>
              <a:t>lien</a:t>
            </a:r>
            <a:endParaRPr lang="es-AR" dirty="0" smtClean="0"/>
          </a:p>
          <a:p>
            <a:pPr lvl="1"/>
            <a:endParaRPr lang="es-AR"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4208" y="3140968"/>
            <a:ext cx="2390775" cy="2743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17992731"/>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26025</TotalTime>
  <Words>1566</Words>
  <Application>Microsoft Office PowerPoint</Application>
  <PresentationFormat>Presentación en pantalla (4:3)</PresentationFormat>
  <Paragraphs>449</Paragraphs>
  <Slides>25</Slides>
  <Notes>0</Notes>
  <HiddenSlides>0</HiddenSlides>
  <MMClips>0</MMClips>
  <ScaleCrop>false</ScaleCrop>
  <HeadingPairs>
    <vt:vector size="4" baseType="variant">
      <vt:variant>
        <vt:lpstr>Tema</vt:lpstr>
      </vt:variant>
      <vt:variant>
        <vt:i4>1</vt:i4>
      </vt:variant>
      <vt:variant>
        <vt:lpstr>Títulos de diapositiva</vt:lpstr>
      </vt:variant>
      <vt:variant>
        <vt:i4>25</vt:i4>
      </vt:variant>
    </vt:vector>
  </HeadingPairs>
  <TitlesOfParts>
    <vt:vector size="26" baseType="lpstr">
      <vt:lpstr>Tema de Office</vt:lpstr>
      <vt:lpstr>Paradigmas de Programación</vt:lpstr>
      <vt:lpstr>Paradigma Funcional - Haskell</vt:lpstr>
      <vt:lpstr>Paradigma Funcional - Haskell</vt:lpstr>
      <vt:lpstr>Paradigma Funcional - Haskell</vt:lpstr>
      <vt:lpstr>Paradigma Funcional - Haskell</vt:lpstr>
      <vt:lpstr>Paradigma Funcional - Haskell</vt:lpstr>
      <vt:lpstr>Paradigma Funcional - Haskell</vt:lpstr>
      <vt:lpstr>Paradigma Funcional - Haskell</vt:lpstr>
      <vt:lpstr>Paradigma Funcional - Haskell</vt:lpstr>
      <vt:lpstr>Paradigma Funcional - Haskell</vt:lpstr>
      <vt:lpstr>Paradigma Funcional - Haskell</vt:lpstr>
      <vt:lpstr>Paradigma Funcional - Haskell</vt:lpstr>
      <vt:lpstr>Paradigma Funcional - Haskell</vt:lpstr>
      <vt:lpstr>Paradigma Funcional - Haskell</vt:lpstr>
      <vt:lpstr>Paradigma Funcional - Haskell</vt:lpstr>
      <vt:lpstr>Paradigma Funcional - Haskell</vt:lpstr>
      <vt:lpstr>Paradigma Funcional - Haskell</vt:lpstr>
      <vt:lpstr>Paradigma Funcional - Haskell</vt:lpstr>
      <vt:lpstr>Paradigma Funcional - Haskell</vt:lpstr>
      <vt:lpstr>Paradigma Funcional - Haskell</vt:lpstr>
      <vt:lpstr>Paradigma Funcional - Haskell</vt:lpstr>
      <vt:lpstr>Paradigma Funcional - Haskell</vt:lpstr>
      <vt:lpstr>Paradigma Funcional - Haskell</vt:lpstr>
      <vt:lpstr>Paradigma Funcional - Haskell</vt:lpstr>
      <vt:lpstr>Paradigma Funcional</vt:lpstr>
    </vt:vector>
  </TitlesOfParts>
  <Company>ARG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Paradigmas de Programación</dc:title>
  <dc:creator>ARG</dc:creator>
  <cp:lastModifiedBy>ARG</cp:lastModifiedBy>
  <cp:revision>141</cp:revision>
  <dcterms:created xsi:type="dcterms:W3CDTF">2024-03-08T18:13:29Z</dcterms:created>
  <dcterms:modified xsi:type="dcterms:W3CDTF">2024-04-19T11:51:27Z</dcterms:modified>
</cp:coreProperties>
</file>