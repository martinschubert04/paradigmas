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86" r:id="rId4"/>
    <p:sldId id="287" r:id="rId5"/>
    <p:sldId id="288" r:id="rId6"/>
    <p:sldId id="289" r:id="rId7"/>
    <p:sldId id="304" r:id="rId8"/>
    <p:sldId id="290" r:id="rId9"/>
    <p:sldId id="292" r:id="rId10"/>
    <p:sldId id="305" r:id="rId11"/>
    <p:sldId id="314" r:id="rId12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20/03/2024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0778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20/03/2024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4333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20/03/2024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044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20/03/2024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7266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20/03/2024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58682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20/03/2024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1240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20/03/2024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64246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20/03/2024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0034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20/03/2024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912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20/03/2024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4361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20/03/2024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0990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27246-92ED-4D73-BA48-5C6718EEC269}" type="datetimeFigureOut">
              <a:rPr lang="es-AR" smtClean="0"/>
              <a:t>20/03/2024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896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1792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r>
              <a:rPr lang="es-AR" dirty="0"/>
              <a:t>Ingresar en repl.it/</a:t>
            </a:r>
            <a:r>
              <a:rPr lang="es-AR" dirty="0" err="1"/>
              <a:t>languages</a:t>
            </a:r>
            <a:r>
              <a:rPr lang="es-AR" dirty="0"/>
              <a:t>/</a:t>
            </a:r>
            <a:r>
              <a:rPr lang="es-AR" dirty="0" err="1"/>
              <a:t>haskell</a:t>
            </a:r>
            <a:endParaRPr lang="es-AR" dirty="0"/>
          </a:p>
          <a:p>
            <a:pPr lvl="1"/>
            <a:r>
              <a:rPr lang="es-AR" dirty="0"/>
              <a:t>Editar programas en línea</a:t>
            </a:r>
          </a:p>
          <a:p>
            <a:pPr lvl="2"/>
            <a:r>
              <a:rPr lang="es-AR" dirty="0"/>
              <a:t>color "banana" = "</a:t>
            </a:r>
            <a:r>
              <a:rPr lang="es-AR" dirty="0" smtClean="0"/>
              <a:t>amarillo“</a:t>
            </a:r>
          </a:p>
          <a:p>
            <a:pPr lvl="2"/>
            <a:r>
              <a:rPr lang="es-AR" dirty="0" smtClean="0"/>
              <a:t>color </a:t>
            </a:r>
            <a:r>
              <a:rPr lang="es-AR" dirty="0"/>
              <a:t>"manzana" = "</a:t>
            </a:r>
            <a:r>
              <a:rPr lang="es-AR" dirty="0" smtClean="0"/>
              <a:t>rojo“</a:t>
            </a:r>
          </a:p>
          <a:p>
            <a:pPr lvl="2"/>
            <a:r>
              <a:rPr lang="es-AR" dirty="0" smtClean="0"/>
              <a:t>color </a:t>
            </a:r>
            <a:r>
              <a:rPr lang="es-AR" dirty="0"/>
              <a:t>"</a:t>
            </a:r>
            <a:r>
              <a:rPr lang="es-AR" dirty="0" err="1"/>
              <a:t>limon</a:t>
            </a:r>
            <a:r>
              <a:rPr lang="es-AR" dirty="0"/>
              <a:t>" = "</a:t>
            </a:r>
            <a:r>
              <a:rPr lang="es-AR" dirty="0" smtClean="0"/>
              <a:t>amarillo“</a:t>
            </a:r>
          </a:p>
          <a:p>
            <a:pPr lvl="1"/>
            <a:r>
              <a:rPr lang="es-AR" dirty="0" smtClean="0"/>
              <a:t>Verificar en Consola</a:t>
            </a:r>
          </a:p>
          <a:p>
            <a:pPr lvl="2"/>
            <a:r>
              <a:rPr lang="es-AR" dirty="0"/>
              <a:t>c</a:t>
            </a:r>
            <a:r>
              <a:rPr lang="es-AR" dirty="0" smtClean="0"/>
              <a:t>olor “banana”</a:t>
            </a:r>
          </a:p>
          <a:p>
            <a:pPr lvl="2"/>
            <a:r>
              <a:rPr lang="en-US" dirty="0" smtClean="0"/>
              <a:t>color </a:t>
            </a:r>
            <a:r>
              <a:rPr lang="en-US" dirty="0"/>
              <a:t>"</a:t>
            </a:r>
            <a:r>
              <a:rPr lang="en-US" dirty="0" err="1" smtClean="0"/>
              <a:t>naranja</a:t>
            </a:r>
            <a:r>
              <a:rPr lang="en-US" dirty="0" smtClean="0"/>
              <a:t>“</a:t>
            </a:r>
          </a:p>
          <a:p>
            <a:pPr lvl="3"/>
            <a:r>
              <a:rPr lang="en-US" dirty="0" smtClean="0"/>
              <a:t>*** </a:t>
            </a:r>
            <a:r>
              <a:rPr lang="en-US" dirty="0"/>
              <a:t>Exception: app/</a:t>
            </a:r>
            <a:r>
              <a:rPr lang="en-US" dirty="0" err="1"/>
              <a:t>Main.hs</a:t>
            </a:r>
            <a:r>
              <a:rPr lang="en-US" dirty="0"/>
              <a:t>:(1,1)-(3,26): Non-exhaustive patterns in function </a:t>
            </a:r>
            <a:r>
              <a:rPr lang="en-US" dirty="0" smtClean="0"/>
              <a:t>color</a:t>
            </a:r>
          </a:p>
          <a:p>
            <a:r>
              <a:rPr lang="en-US" dirty="0" smtClean="0"/>
              <a:t>Pattern Matching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49980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85000" lnSpcReduction="20000"/>
          </a:bodyPr>
          <a:lstStyle/>
          <a:p>
            <a:r>
              <a:rPr lang="es-AR" dirty="0" err="1" smtClean="0"/>
              <a:t>Pattern</a:t>
            </a:r>
            <a:r>
              <a:rPr lang="es-AR" dirty="0" smtClean="0"/>
              <a:t> </a:t>
            </a:r>
            <a:r>
              <a:rPr lang="es-AR" dirty="0" err="1" smtClean="0"/>
              <a:t>Matching</a:t>
            </a:r>
            <a:endParaRPr lang="es-AR" dirty="0" smtClean="0"/>
          </a:p>
          <a:p>
            <a:pPr lvl="1"/>
            <a:r>
              <a:rPr lang="es-AR" dirty="0" smtClean="0"/>
              <a:t>Ingresar </a:t>
            </a:r>
            <a:r>
              <a:rPr lang="es-AR" dirty="0"/>
              <a:t>en </a:t>
            </a:r>
            <a:r>
              <a:rPr lang="es-AR" dirty="0" smtClean="0"/>
              <a:t>repl.it/</a:t>
            </a:r>
            <a:r>
              <a:rPr lang="es-AR" dirty="0" err="1" smtClean="0"/>
              <a:t>languages</a:t>
            </a:r>
            <a:r>
              <a:rPr lang="es-AR" dirty="0" smtClean="0"/>
              <a:t>/</a:t>
            </a:r>
            <a:r>
              <a:rPr lang="es-AR" dirty="0" err="1" smtClean="0"/>
              <a:t>haskell</a:t>
            </a:r>
            <a:endParaRPr lang="es-AR" dirty="0" smtClean="0"/>
          </a:p>
          <a:p>
            <a:pPr lvl="2"/>
            <a:r>
              <a:rPr lang="es-AR" dirty="0" smtClean="0"/>
              <a:t>color </a:t>
            </a:r>
            <a:r>
              <a:rPr lang="es-AR" dirty="0"/>
              <a:t>"banana" = "amarillo"</a:t>
            </a:r>
          </a:p>
          <a:p>
            <a:pPr lvl="2"/>
            <a:r>
              <a:rPr lang="es-AR" dirty="0"/>
              <a:t>color "manzana" = "rojo"</a:t>
            </a:r>
          </a:p>
          <a:p>
            <a:pPr lvl="2"/>
            <a:r>
              <a:rPr lang="es-AR" dirty="0"/>
              <a:t>color "</a:t>
            </a:r>
            <a:r>
              <a:rPr lang="es-AR" dirty="0" err="1"/>
              <a:t>limon</a:t>
            </a:r>
            <a:r>
              <a:rPr lang="es-AR" dirty="0"/>
              <a:t>" = "</a:t>
            </a:r>
            <a:r>
              <a:rPr lang="es-AR" dirty="0" smtClean="0"/>
              <a:t>amarillo“</a:t>
            </a:r>
          </a:p>
          <a:p>
            <a:pPr lvl="2"/>
            <a:r>
              <a:rPr lang="es-AR" dirty="0" smtClean="0"/>
              <a:t>color </a:t>
            </a:r>
            <a:r>
              <a:rPr lang="es-AR" dirty="0"/>
              <a:t>cualquiera = "gris"</a:t>
            </a:r>
          </a:p>
          <a:p>
            <a:pPr lvl="1"/>
            <a:r>
              <a:rPr lang="es-AR" dirty="0" smtClean="0"/>
              <a:t>El orden es importante (se va verificando de arriba hacia abajo hasta que se encuentra y se deja de verificar) [primero constantes luego variables]</a:t>
            </a:r>
          </a:p>
          <a:p>
            <a:pPr lvl="2"/>
            <a:r>
              <a:rPr lang="es-AR" dirty="0"/>
              <a:t>f</a:t>
            </a:r>
            <a:r>
              <a:rPr lang="es-AR" dirty="0" smtClean="0"/>
              <a:t>actorial 0 = 1</a:t>
            </a:r>
          </a:p>
          <a:p>
            <a:pPr lvl="2"/>
            <a:r>
              <a:rPr lang="es-AR" dirty="0"/>
              <a:t>f</a:t>
            </a:r>
            <a:r>
              <a:rPr lang="es-AR" dirty="0" smtClean="0"/>
              <a:t>actorial n  = factorial (n-1) * n</a:t>
            </a:r>
          </a:p>
          <a:p>
            <a:pPr lvl="1"/>
            <a:r>
              <a:rPr lang="es-AR" dirty="0" smtClean="0"/>
              <a:t>Cada función tiene una sola respuesta.</a:t>
            </a:r>
          </a:p>
          <a:p>
            <a:pPr lvl="1"/>
            <a:r>
              <a:rPr lang="es-AR" dirty="0" smtClean="0"/>
              <a:t>Factorial (-1) ??  </a:t>
            </a:r>
            <a:r>
              <a:rPr lang="es-AR" dirty="0" smtClean="0">
                <a:sym typeface="Wingdings" panose="05000000000000000000" pitchFamily="2" charset="2"/>
              </a:rPr>
              <a:t> Función parcial  </a:t>
            </a:r>
            <a:r>
              <a:rPr lang="es-AR" dirty="0" err="1" smtClean="0">
                <a:sym typeface="Wingdings" panose="05000000000000000000" pitchFamily="2" charset="2"/>
              </a:rPr>
              <a:t>Existencialidad</a:t>
            </a:r>
            <a:r>
              <a:rPr lang="es-AR" dirty="0" smtClean="0">
                <a:sym typeface="Wingdings" panose="05000000000000000000" pitchFamily="2" charset="2"/>
              </a:rPr>
              <a:t>	</a:t>
            </a:r>
          </a:p>
          <a:p>
            <a:pPr lvl="1"/>
            <a:r>
              <a:rPr lang="es-AR" dirty="0" smtClean="0">
                <a:sym typeface="Wingdings" panose="05000000000000000000" pitchFamily="2" charset="2"/>
              </a:rPr>
              <a:t>Números (positivos y negativos)  </a:t>
            </a:r>
            <a:r>
              <a:rPr lang="es-AR" dirty="0" err="1" smtClean="0">
                <a:sym typeface="Wingdings" panose="05000000000000000000" pitchFamily="2" charset="2"/>
              </a:rPr>
              <a:t>Tipado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4266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AR" dirty="0" err="1" smtClean="0"/>
              <a:t>Tipado</a:t>
            </a:r>
            <a:endParaRPr lang="es-AR" dirty="0" smtClean="0"/>
          </a:p>
          <a:p>
            <a:pPr lvl="1"/>
            <a:r>
              <a:rPr lang="es-AR" dirty="0" smtClean="0"/>
              <a:t>Declaración  (:t  {variable/aplicación})</a:t>
            </a:r>
          </a:p>
          <a:p>
            <a:pPr lvl="2"/>
            <a:r>
              <a:rPr lang="es-AR" dirty="0" err="1" smtClean="0"/>
              <a:t>enesimocaracter</a:t>
            </a:r>
            <a:r>
              <a:rPr lang="es-AR" dirty="0" smtClean="0"/>
              <a:t> n palabra = palabra !! N</a:t>
            </a:r>
          </a:p>
          <a:p>
            <a:pPr lvl="2"/>
            <a:r>
              <a:rPr lang="es-AR" dirty="0" err="1"/>
              <a:t>e</a:t>
            </a:r>
            <a:r>
              <a:rPr lang="es-AR" dirty="0" err="1" smtClean="0"/>
              <a:t>nesimocaracter</a:t>
            </a:r>
            <a:r>
              <a:rPr lang="es-AR" dirty="0" smtClean="0"/>
              <a:t> :: </a:t>
            </a:r>
            <a:r>
              <a:rPr lang="es-AR" dirty="0" err="1" smtClean="0"/>
              <a:t>Int</a:t>
            </a:r>
            <a:r>
              <a:rPr lang="es-AR" dirty="0" smtClean="0"/>
              <a:t> -&gt; </a:t>
            </a:r>
            <a:r>
              <a:rPr lang="es-AR" dirty="0" err="1" smtClean="0"/>
              <a:t>String</a:t>
            </a:r>
            <a:r>
              <a:rPr lang="es-AR" dirty="0" smtClean="0"/>
              <a:t> -&gt; </a:t>
            </a:r>
            <a:r>
              <a:rPr lang="es-AR" dirty="0" err="1" smtClean="0"/>
              <a:t>Char</a:t>
            </a:r>
            <a:endParaRPr lang="es-AR" dirty="0" smtClean="0"/>
          </a:p>
          <a:p>
            <a:pPr lvl="1"/>
            <a:r>
              <a:rPr lang="es-AR" dirty="0" smtClean="0"/>
              <a:t>Chequeo</a:t>
            </a:r>
          </a:p>
          <a:p>
            <a:pPr lvl="2"/>
            <a:r>
              <a:rPr lang="en-US" dirty="0" err="1"/>
              <a:t>enesimocaracter</a:t>
            </a:r>
            <a:r>
              <a:rPr lang="en-US" dirty="0"/>
              <a:t> True "</a:t>
            </a:r>
            <a:r>
              <a:rPr lang="en-US" dirty="0" err="1" smtClean="0"/>
              <a:t>hola</a:t>
            </a:r>
            <a:r>
              <a:rPr lang="en-US" dirty="0" smtClean="0"/>
              <a:t>“</a:t>
            </a:r>
          </a:p>
          <a:p>
            <a:pPr lvl="2"/>
            <a:r>
              <a:rPr lang="en-US" dirty="0" smtClean="0"/>
              <a:t>&lt;</a:t>
            </a:r>
            <a:r>
              <a:rPr lang="en-US" dirty="0"/>
              <a:t>interactive&gt;:11:17: error:    </a:t>
            </a:r>
            <a:r>
              <a:rPr lang="en-US" dirty="0" smtClean="0"/>
              <a:t>Couldn't </a:t>
            </a:r>
            <a:r>
              <a:rPr lang="en-US" dirty="0"/>
              <a:t>match expected type ‘</a:t>
            </a:r>
            <a:r>
              <a:rPr lang="en-US" dirty="0" err="1"/>
              <a:t>Int</a:t>
            </a:r>
            <a:r>
              <a:rPr lang="en-US" dirty="0"/>
              <a:t>’ with actual type ‘Bool</a:t>
            </a:r>
            <a:r>
              <a:rPr lang="en-US" dirty="0" smtClean="0"/>
              <a:t>’</a:t>
            </a:r>
          </a:p>
          <a:p>
            <a:r>
              <a:rPr lang="en-US" dirty="0" err="1" smtClean="0"/>
              <a:t>Inferencia</a:t>
            </a:r>
            <a:endParaRPr lang="en-US" dirty="0" smtClean="0"/>
          </a:p>
          <a:p>
            <a:pPr lvl="1"/>
            <a:r>
              <a:rPr lang="en-US" dirty="0" smtClean="0"/>
              <a:t>Como </a:t>
            </a:r>
            <a:r>
              <a:rPr lang="en-US" dirty="0" err="1" smtClean="0"/>
              <a:t>sabe</a:t>
            </a:r>
            <a:r>
              <a:rPr lang="en-US" dirty="0" smtClean="0"/>
              <a:t> el motor de Haskell saber que </a:t>
            </a:r>
            <a:r>
              <a:rPr lang="en-US" dirty="0" err="1" smtClean="0"/>
              <a:t>tipo</a:t>
            </a:r>
            <a:r>
              <a:rPr lang="en-US" dirty="0" smtClean="0"/>
              <a:t> </a:t>
            </a:r>
            <a:r>
              <a:rPr lang="en-US" dirty="0" err="1" smtClean="0"/>
              <a:t>es</a:t>
            </a:r>
            <a:r>
              <a:rPr lang="en-US" dirty="0" smtClean="0"/>
              <a:t> </a:t>
            </a:r>
            <a:r>
              <a:rPr lang="en-US" dirty="0" err="1" smtClean="0"/>
              <a:t>cada</a:t>
            </a:r>
            <a:r>
              <a:rPr lang="en-US" dirty="0" smtClean="0"/>
              <a:t> </a:t>
            </a:r>
            <a:r>
              <a:rPr lang="en-US" dirty="0" err="1" smtClean="0"/>
              <a:t>expresión</a:t>
            </a:r>
            <a:endParaRPr lang="en-US" dirty="0" smtClean="0"/>
          </a:p>
          <a:p>
            <a:pPr lvl="2"/>
            <a:r>
              <a:rPr lang="en-US" dirty="0" err="1" smtClean="0"/>
              <a:t>ff</a:t>
            </a:r>
            <a:r>
              <a:rPr lang="en-US" dirty="0" smtClean="0"/>
              <a:t> x y = x  &amp;&amp;  not  y</a:t>
            </a:r>
          </a:p>
          <a:p>
            <a:pPr lvl="2"/>
            <a:r>
              <a:rPr lang="en-US" dirty="0" err="1" smtClean="0"/>
              <a:t>ff</a:t>
            </a:r>
            <a:r>
              <a:rPr lang="en-US" dirty="0" smtClean="0"/>
              <a:t> ::  ??</a:t>
            </a:r>
          </a:p>
          <a:p>
            <a:pPr lvl="1"/>
            <a:r>
              <a:rPr lang="en-US" dirty="0" err="1" smtClean="0"/>
              <a:t>Recibe</a:t>
            </a:r>
            <a:r>
              <a:rPr lang="en-US" dirty="0" smtClean="0"/>
              <a:t> dos </a:t>
            </a:r>
            <a:r>
              <a:rPr lang="en-US" dirty="0" err="1" smtClean="0"/>
              <a:t>parámetros</a:t>
            </a:r>
            <a:r>
              <a:rPr lang="en-US" dirty="0" smtClean="0"/>
              <a:t> : :  dos </a:t>
            </a:r>
            <a:r>
              <a:rPr lang="en-US" dirty="0" err="1" smtClean="0"/>
              <a:t>flechas</a:t>
            </a:r>
            <a:endParaRPr lang="en-US" dirty="0" smtClean="0"/>
          </a:p>
          <a:p>
            <a:pPr lvl="2"/>
            <a:r>
              <a:rPr lang="en-US" dirty="0"/>
              <a:t>y</a:t>
            </a:r>
            <a:r>
              <a:rPr lang="en-US" dirty="0" smtClean="0"/>
              <a:t> </a:t>
            </a:r>
            <a:r>
              <a:rPr lang="en-US" dirty="0" err="1" smtClean="0"/>
              <a:t>es</a:t>
            </a:r>
            <a:r>
              <a:rPr lang="en-US" dirty="0" smtClean="0"/>
              <a:t> la entrada de un not </a:t>
            </a:r>
            <a:r>
              <a:rPr lang="en-US" dirty="0" smtClean="0">
                <a:sym typeface="Wingdings" panose="05000000000000000000" pitchFamily="2" charset="2"/>
              </a:rPr>
              <a:t> Bool</a:t>
            </a:r>
          </a:p>
          <a:p>
            <a:pPr lvl="2"/>
            <a:r>
              <a:rPr lang="en-US" dirty="0" smtClean="0">
                <a:sym typeface="Wingdings" panose="05000000000000000000" pitchFamily="2" charset="2"/>
              </a:rPr>
              <a:t>X </a:t>
            </a:r>
            <a:r>
              <a:rPr lang="en-US" dirty="0" err="1" smtClean="0">
                <a:sym typeface="Wingdings" panose="05000000000000000000" pitchFamily="2" charset="2"/>
              </a:rPr>
              <a:t>es</a:t>
            </a:r>
            <a:r>
              <a:rPr lang="en-US" dirty="0" smtClean="0">
                <a:sym typeface="Wingdings" panose="05000000000000000000" pitchFamily="2" charset="2"/>
              </a:rPr>
              <a:t> el primer </a:t>
            </a:r>
            <a:r>
              <a:rPr lang="en-US" dirty="0" err="1" smtClean="0">
                <a:sym typeface="Wingdings" panose="05000000000000000000" pitchFamily="2" charset="2"/>
              </a:rPr>
              <a:t>parámetro</a:t>
            </a:r>
            <a:r>
              <a:rPr lang="en-US" dirty="0" smtClean="0">
                <a:sym typeface="Wingdings" panose="05000000000000000000" pitchFamily="2" charset="2"/>
              </a:rPr>
              <a:t> del &amp;&amp;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F :: Bool -&gt; Bool -&gt; Bool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95604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70000" lnSpcReduction="20000"/>
          </a:bodyPr>
          <a:lstStyle/>
          <a:p>
            <a:r>
              <a:rPr lang="es-AR" dirty="0" err="1" smtClean="0"/>
              <a:t>Tipado</a:t>
            </a:r>
            <a:r>
              <a:rPr lang="es-AR" dirty="0" smtClean="0"/>
              <a:t> (variable de tipo) Que tipo es?</a:t>
            </a:r>
          </a:p>
          <a:p>
            <a:pPr lvl="1"/>
            <a:r>
              <a:rPr lang="es-AR" dirty="0" smtClean="0"/>
              <a:t>id </a:t>
            </a:r>
            <a:r>
              <a:rPr lang="es-AR" dirty="0"/>
              <a:t>x = </a:t>
            </a:r>
            <a:r>
              <a:rPr lang="es-AR" dirty="0" smtClean="0"/>
              <a:t>x</a:t>
            </a:r>
          </a:p>
          <a:p>
            <a:pPr lvl="2"/>
            <a:r>
              <a:rPr lang="es-AR" dirty="0"/>
              <a:t>i</a:t>
            </a:r>
            <a:r>
              <a:rPr lang="es-AR" dirty="0" smtClean="0"/>
              <a:t>d :: a -&gt; a</a:t>
            </a:r>
          </a:p>
          <a:p>
            <a:pPr lvl="1"/>
            <a:r>
              <a:rPr lang="es-AR" dirty="0" err="1" smtClean="0"/>
              <a:t>Ignorarelprimero</a:t>
            </a:r>
            <a:r>
              <a:rPr lang="es-AR" dirty="0" smtClean="0"/>
              <a:t> x y = y</a:t>
            </a:r>
          </a:p>
          <a:p>
            <a:pPr lvl="2"/>
            <a:r>
              <a:rPr lang="es-AR" dirty="0" err="1" smtClean="0"/>
              <a:t>Ignorarelprimero</a:t>
            </a:r>
            <a:r>
              <a:rPr lang="es-AR" dirty="0" smtClean="0"/>
              <a:t> :: a -&gt; b -&gt; b</a:t>
            </a:r>
          </a:p>
          <a:p>
            <a:r>
              <a:rPr lang="es-AR" dirty="0" err="1" smtClean="0"/>
              <a:t>Type</a:t>
            </a:r>
            <a:r>
              <a:rPr lang="es-AR" dirty="0" smtClean="0"/>
              <a:t> </a:t>
            </a:r>
            <a:r>
              <a:rPr lang="es-AR" dirty="0" err="1" smtClean="0"/>
              <a:t>Classes</a:t>
            </a:r>
            <a:r>
              <a:rPr lang="es-AR" dirty="0" smtClean="0"/>
              <a:t> (restricciones) no hay herencia</a:t>
            </a:r>
          </a:p>
          <a:p>
            <a:pPr lvl="1"/>
            <a:r>
              <a:rPr lang="es-AR" dirty="0"/>
              <a:t>d</a:t>
            </a:r>
            <a:r>
              <a:rPr lang="es-AR" dirty="0" smtClean="0"/>
              <a:t>oble x = 2 * x</a:t>
            </a:r>
          </a:p>
          <a:p>
            <a:pPr lvl="2"/>
            <a:r>
              <a:rPr lang="es-AR" dirty="0"/>
              <a:t>d</a:t>
            </a:r>
            <a:r>
              <a:rPr lang="es-AR" dirty="0" smtClean="0"/>
              <a:t>oble :: </a:t>
            </a:r>
            <a:r>
              <a:rPr lang="es-AR" dirty="0" err="1" smtClean="0"/>
              <a:t>Int</a:t>
            </a:r>
            <a:r>
              <a:rPr lang="es-AR" dirty="0" smtClean="0"/>
              <a:t> -&gt; </a:t>
            </a:r>
            <a:r>
              <a:rPr lang="es-AR" dirty="0" err="1" smtClean="0"/>
              <a:t>Int</a:t>
            </a:r>
            <a:r>
              <a:rPr lang="es-AR" dirty="0" smtClean="0"/>
              <a:t>     o    Numero a Numero</a:t>
            </a:r>
          </a:p>
          <a:p>
            <a:pPr lvl="2"/>
            <a:r>
              <a:rPr lang="es-AR" dirty="0"/>
              <a:t>d</a:t>
            </a:r>
            <a:r>
              <a:rPr lang="es-AR" dirty="0" smtClean="0"/>
              <a:t>oble :: </a:t>
            </a:r>
            <a:r>
              <a:rPr lang="es-AR" dirty="0" err="1" smtClean="0"/>
              <a:t>Num</a:t>
            </a:r>
            <a:r>
              <a:rPr lang="es-AR" dirty="0" smtClean="0"/>
              <a:t> a =&gt; a -&gt; a</a:t>
            </a:r>
          </a:p>
          <a:p>
            <a:pPr lvl="3"/>
            <a:r>
              <a:rPr lang="es-AR" dirty="0" smtClean="0"/>
              <a:t>Doble True </a:t>
            </a:r>
          </a:p>
          <a:p>
            <a:pPr lvl="3"/>
            <a:r>
              <a:rPr lang="es-AR" dirty="0" smtClean="0"/>
              <a:t>No </a:t>
            </a:r>
            <a:r>
              <a:rPr lang="es-AR" dirty="0" err="1" smtClean="0"/>
              <a:t>instance</a:t>
            </a:r>
            <a:r>
              <a:rPr lang="es-AR" dirty="0" smtClean="0"/>
              <a:t> </a:t>
            </a:r>
            <a:r>
              <a:rPr lang="es-AR" dirty="0" err="1" smtClean="0"/>
              <a:t>for</a:t>
            </a:r>
            <a:r>
              <a:rPr lang="es-AR" dirty="0" smtClean="0"/>
              <a:t> (</a:t>
            </a:r>
            <a:r>
              <a:rPr lang="es-AR" dirty="0" err="1" smtClean="0"/>
              <a:t>Num</a:t>
            </a:r>
            <a:r>
              <a:rPr lang="es-AR" dirty="0" smtClean="0"/>
              <a:t> </a:t>
            </a:r>
            <a:r>
              <a:rPr lang="es-AR" dirty="0" err="1" smtClean="0"/>
              <a:t>Bool</a:t>
            </a:r>
            <a:r>
              <a:rPr lang="es-AR" dirty="0" smtClean="0"/>
              <a:t>)  </a:t>
            </a:r>
            <a:r>
              <a:rPr lang="es-AR" dirty="0" err="1" smtClean="0"/>
              <a:t>arrising</a:t>
            </a:r>
            <a:r>
              <a:rPr lang="es-AR" dirty="0" smtClean="0"/>
              <a:t> </a:t>
            </a:r>
            <a:r>
              <a:rPr lang="es-AR" dirty="0" err="1" smtClean="0"/>
              <a:t>from</a:t>
            </a:r>
            <a:r>
              <a:rPr lang="es-AR" dirty="0" smtClean="0"/>
              <a:t> a use of *</a:t>
            </a:r>
          </a:p>
          <a:p>
            <a:pPr lvl="1"/>
            <a:r>
              <a:rPr lang="es-AR" dirty="0" err="1" smtClean="0"/>
              <a:t>Num</a:t>
            </a:r>
            <a:r>
              <a:rPr lang="es-AR" dirty="0" smtClean="0"/>
              <a:t> , </a:t>
            </a:r>
            <a:r>
              <a:rPr lang="es-AR" dirty="0" err="1" smtClean="0"/>
              <a:t>Eq</a:t>
            </a:r>
            <a:r>
              <a:rPr lang="es-AR" dirty="0" smtClean="0"/>
              <a:t> , Ord</a:t>
            </a:r>
          </a:p>
          <a:p>
            <a:r>
              <a:rPr lang="en-US" dirty="0" err="1"/>
              <a:t>Funciona</a:t>
            </a:r>
            <a:r>
              <a:rPr lang="en-US" dirty="0"/>
              <a:t>?</a:t>
            </a:r>
          </a:p>
          <a:p>
            <a:pPr lvl="1"/>
            <a:r>
              <a:rPr lang="en-US" dirty="0" err="1" smtClean="0"/>
              <a:t>doble</a:t>
            </a:r>
            <a:r>
              <a:rPr lang="en-US" dirty="0" smtClean="0"/>
              <a:t> 5.0</a:t>
            </a:r>
          </a:p>
          <a:p>
            <a:pPr lvl="1"/>
            <a:r>
              <a:rPr lang="en-US" dirty="0" err="1" smtClean="0"/>
              <a:t>doble</a:t>
            </a:r>
            <a:r>
              <a:rPr lang="en-US" dirty="0" smtClean="0"/>
              <a:t> </a:t>
            </a:r>
            <a:r>
              <a:rPr lang="en-US" dirty="0"/>
              <a:t>“</a:t>
            </a:r>
            <a:r>
              <a:rPr lang="en-US" dirty="0" err="1"/>
              <a:t>Hola</a:t>
            </a:r>
            <a:r>
              <a:rPr lang="en-US" dirty="0"/>
              <a:t>”</a:t>
            </a:r>
          </a:p>
          <a:p>
            <a:pPr lvl="1"/>
            <a:r>
              <a:rPr lang="en-US" dirty="0" err="1" smtClean="0"/>
              <a:t>doble</a:t>
            </a:r>
            <a:r>
              <a:rPr lang="en-US" dirty="0" smtClean="0"/>
              <a:t> </a:t>
            </a:r>
            <a:r>
              <a:rPr lang="en-US" dirty="0"/>
              <a:t>‘b</a:t>
            </a:r>
            <a:r>
              <a:rPr lang="en-US" dirty="0" smtClean="0"/>
              <a:t>’</a:t>
            </a:r>
            <a:endParaRPr lang="es-AR" dirty="0" smtClean="0"/>
          </a:p>
          <a:p>
            <a:pPr lvl="2"/>
            <a:endParaRPr lang="es-AR" dirty="0" smtClean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437821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92500" lnSpcReduction="20000"/>
          </a:bodyPr>
          <a:lstStyle/>
          <a:p>
            <a:r>
              <a:rPr lang="es-AR" dirty="0" err="1" smtClean="0"/>
              <a:t>Type</a:t>
            </a:r>
            <a:r>
              <a:rPr lang="es-AR" dirty="0" smtClean="0"/>
              <a:t> </a:t>
            </a:r>
            <a:r>
              <a:rPr lang="es-AR" dirty="0" err="1" smtClean="0"/>
              <a:t>Classes</a:t>
            </a:r>
            <a:r>
              <a:rPr lang="es-AR" dirty="0" smtClean="0"/>
              <a:t> (restricciones) no hay herencia</a:t>
            </a:r>
          </a:p>
          <a:p>
            <a:endParaRPr lang="es-AR" dirty="0"/>
          </a:p>
          <a:p>
            <a:endParaRPr lang="es-AR" dirty="0" smtClean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r>
              <a:rPr lang="es-AR" dirty="0" smtClean="0"/>
              <a:t>Nota: Las funciones no tiene clase asociada</a:t>
            </a:r>
          </a:p>
          <a:p>
            <a:pPr lvl="1"/>
            <a:r>
              <a:rPr lang="es-AR" dirty="0"/>
              <a:t>d</a:t>
            </a:r>
            <a:r>
              <a:rPr lang="es-AR" dirty="0" smtClean="0"/>
              <a:t>oble  + doble			(No es doble x + doble y)</a:t>
            </a:r>
          </a:p>
          <a:p>
            <a:pPr lvl="1"/>
            <a:r>
              <a:rPr lang="es-AR" dirty="0"/>
              <a:t>i</a:t>
            </a:r>
            <a:r>
              <a:rPr lang="es-AR" dirty="0" smtClean="0"/>
              <a:t>dentidad == identidad</a:t>
            </a:r>
            <a:endParaRPr lang="es-A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07092"/>
            <a:ext cx="6480720" cy="2653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2497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AR" dirty="0" smtClean="0"/>
              <a:t>Ejemplos de </a:t>
            </a:r>
            <a:r>
              <a:rPr lang="es-AR" dirty="0" err="1" smtClean="0"/>
              <a:t>Type</a:t>
            </a:r>
            <a:r>
              <a:rPr lang="es-AR" dirty="0" smtClean="0"/>
              <a:t> </a:t>
            </a:r>
            <a:r>
              <a:rPr lang="es-AR" dirty="0" err="1" smtClean="0"/>
              <a:t>Classes</a:t>
            </a:r>
            <a:endParaRPr lang="es-AR" dirty="0"/>
          </a:p>
          <a:p>
            <a:pPr lvl="1"/>
            <a:r>
              <a:rPr lang="es-AR" dirty="0" smtClean="0"/>
              <a:t>:t (==)</a:t>
            </a:r>
          </a:p>
          <a:p>
            <a:pPr lvl="1"/>
            <a:r>
              <a:rPr lang="es-AR" dirty="0" smtClean="0"/>
              <a:t>(==) :: </a:t>
            </a:r>
            <a:r>
              <a:rPr lang="es-AR" dirty="0" err="1" smtClean="0"/>
              <a:t>Eq</a:t>
            </a:r>
            <a:r>
              <a:rPr lang="es-AR" dirty="0" smtClean="0"/>
              <a:t> a =&gt; a -&gt; a -&gt; </a:t>
            </a:r>
            <a:r>
              <a:rPr lang="es-AR" dirty="0" err="1" smtClean="0"/>
              <a:t>Bool</a:t>
            </a:r>
            <a:endParaRPr lang="es-AR" dirty="0" smtClean="0"/>
          </a:p>
          <a:p>
            <a:pPr lvl="1"/>
            <a:r>
              <a:rPr lang="es-AR" dirty="0" smtClean="0"/>
              <a:t>:t (&lt;)</a:t>
            </a:r>
          </a:p>
          <a:p>
            <a:pPr lvl="1"/>
            <a:r>
              <a:rPr lang="es-AR" dirty="0"/>
              <a:t>(==) :: </a:t>
            </a:r>
            <a:r>
              <a:rPr lang="es-AR" dirty="0" smtClean="0"/>
              <a:t>Ord </a:t>
            </a:r>
            <a:r>
              <a:rPr lang="es-AR" dirty="0"/>
              <a:t>a =&gt; a -&gt; a -&gt; </a:t>
            </a:r>
            <a:r>
              <a:rPr lang="es-AR" dirty="0" err="1"/>
              <a:t>Bool</a:t>
            </a:r>
            <a:endParaRPr lang="es-AR" dirty="0"/>
          </a:p>
          <a:p>
            <a:pPr lvl="1"/>
            <a:r>
              <a:rPr lang="es-AR" dirty="0" smtClean="0"/>
              <a:t>:t (*)</a:t>
            </a:r>
          </a:p>
          <a:p>
            <a:pPr lvl="1"/>
            <a:r>
              <a:rPr lang="es-AR" dirty="0" smtClean="0"/>
              <a:t>(*) </a:t>
            </a:r>
            <a:r>
              <a:rPr lang="es-AR" dirty="0"/>
              <a:t>:: </a:t>
            </a:r>
            <a:r>
              <a:rPr lang="es-AR" dirty="0" err="1" smtClean="0"/>
              <a:t>Num</a:t>
            </a:r>
            <a:r>
              <a:rPr lang="es-AR" dirty="0" smtClean="0"/>
              <a:t> </a:t>
            </a:r>
            <a:r>
              <a:rPr lang="es-AR" dirty="0"/>
              <a:t>a =&gt; a -&gt; a </a:t>
            </a:r>
            <a:r>
              <a:rPr lang="es-AR" dirty="0" smtClean="0"/>
              <a:t>-&gt; a</a:t>
            </a:r>
            <a:endParaRPr lang="es-AR" dirty="0"/>
          </a:p>
          <a:p>
            <a:pPr lvl="1"/>
            <a:r>
              <a:rPr lang="es-AR" dirty="0" smtClean="0"/>
              <a:t>:t (/)</a:t>
            </a:r>
          </a:p>
          <a:p>
            <a:pPr lvl="1"/>
            <a:r>
              <a:rPr lang="es-AR" dirty="0" smtClean="0"/>
              <a:t>(/) </a:t>
            </a:r>
            <a:r>
              <a:rPr lang="es-AR" dirty="0"/>
              <a:t>:: </a:t>
            </a:r>
            <a:r>
              <a:rPr lang="es-AR" dirty="0" err="1" smtClean="0"/>
              <a:t>Fractional</a:t>
            </a:r>
            <a:r>
              <a:rPr lang="es-AR" dirty="0" smtClean="0"/>
              <a:t>  </a:t>
            </a:r>
            <a:r>
              <a:rPr lang="es-AR" dirty="0"/>
              <a:t>a =&gt; a -&gt; a -&gt; </a:t>
            </a:r>
            <a:r>
              <a:rPr lang="es-AR" dirty="0" smtClean="0"/>
              <a:t>a</a:t>
            </a:r>
          </a:p>
          <a:p>
            <a:pPr lvl="1"/>
            <a:r>
              <a:rPr lang="es-AR" dirty="0" smtClean="0"/>
              <a:t>:t </a:t>
            </a:r>
            <a:r>
              <a:rPr lang="es-AR" dirty="0" err="1" smtClean="0"/>
              <a:t>even</a:t>
            </a:r>
            <a:endParaRPr lang="es-AR" dirty="0" smtClean="0"/>
          </a:p>
          <a:p>
            <a:pPr lvl="1"/>
            <a:r>
              <a:rPr lang="es-AR" dirty="0" err="1" smtClean="0"/>
              <a:t>Even</a:t>
            </a:r>
            <a:r>
              <a:rPr lang="es-AR" dirty="0" smtClean="0"/>
              <a:t> :: Integral a =&gt; a -&gt; </a:t>
            </a:r>
            <a:r>
              <a:rPr lang="es-AR" dirty="0" err="1" smtClean="0"/>
              <a:t>Bool</a:t>
            </a:r>
            <a:endParaRPr lang="es-AR" dirty="0" smtClean="0"/>
          </a:p>
          <a:p>
            <a:r>
              <a:rPr lang="es-AR" dirty="0" smtClean="0"/>
              <a:t>Solo se pueden comparar valores del mismo tipo.</a:t>
            </a:r>
          </a:p>
          <a:p>
            <a:r>
              <a:rPr lang="es-AR" dirty="0" smtClean="0"/>
              <a:t>No hay conversiones automáticas como en “C “</a:t>
            </a:r>
          </a:p>
          <a:p>
            <a:pPr lvl="1"/>
            <a:endParaRPr lang="es-AR" dirty="0" smtClean="0"/>
          </a:p>
          <a:p>
            <a:pPr lvl="1"/>
            <a:endParaRPr lang="es-AR" dirty="0"/>
          </a:p>
          <a:p>
            <a:endParaRPr lang="es-AR" dirty="0" smtClean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41444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92500" lnSpcReduction="20000"/>
          </a:bodyPr>
          <a:lstStyle/>
          <a:p>
            <a:r>
              <a:rPr lang="es-AR" dirty="0" smtClean="0"/>
              <a:t>Ejercicios en </a:t>
            </a:r>
            <a:r>
              <a:rPr lang="es-AR" dirty="0" err="1" smtClean="0"/>
              <a:t>Haskell</a:t>
            </a:r>
            <a:endParaRPr lang="es-AR" dirty="0" smtClean="0"/>
          </a:p>
          <a:p>
            <a:pPr lvl="1"/>
            <a:r>
              <a:rPr lang="es-AR" dirty="0" err="1" smtClean="0"/>
              <a:t>Elmayordelostres</a:t>
            </a:r>
            <a:r>
              <a:rPr lang="es-AR" dirty="0" smtClean="0"/>
              <a:t> :: Ord a =&gt; a -&gt; a -&gt; a -&gt; a</a:t>
            </a:r>
          </a:p>
          <a:p>
            <a:pPr lvl="1"/>
            <a:r>
              <a:rPr lang="es-AR" dirty="0" err="1" smtClean="0"/>
              <a:t>Xor</a:t>
            </a:r>
            <a:r>
              <a:rPr lang="es-AR" dirty="0" smtClean="0"/>
              <a:t> :: </a:t>
            </a:r>
            <a:r>
              <a:rPr lang="es-AR" dirty="0" err="1" smtClean="0"/>
              <a:t>Bool</a:t>
            </a:r>
            <a:r>
              <a:rPr lang="es-AR" dirty="0" smtClean="0"/>
              <a:t> -&gt; </a:t>
            </a:r>
            <a:r>
              <a:rPr lang="es-AR" dirty="0" err="1" smtClean="0"/>
              <a:t>Bool</a:t>
            </a:r>
            <a:r>
              <a:rPr lang="es-AR" dirty="0" smtClean="0"/>
              <a:t> -&gt; </a:t>
            </a:r>
            <a:r>
              <a:rPr lang="es-AR" dirty="0" err="1" smtClean="0"/>
              <a:t>Bool</a:t>
            </a:r>
            <a:endParaRPr lang="es-AR" dirty="0" smtClean="0"/>
          </a:p>
          <a:p>
            <a:pPr lvl="1"/>
            <a:r>
              <a:rPr lang="es-AR" dirty="0" smtClean="0"/>
              <a:t>Fibonacci :: </a:t>
            </a:r>
            <a:r>
              <a:rPr lang="es-AR" dirty="0" err="1" smtClean="0"/>
              <a:t>Int</a:t>
            </a:r>
            <a:r>
              <a:rPr lang="es-AR" dirty="0" smtClean="0"/>
              <a:t> -&gt; </a:t>
            </a:r>
            <a:r>
              <a:rPr lang="es-AR" dirty="0" err="1" smtClean="0"/>
              <a:t>Int</a:t>
            </a:r>
            <a:endParaRPr lang="es-AR" dirty="0" smtClean="0"/>
          </a:p>
          <a:p>
            <a:pPr lvl="1"/>
            <a:r>
              <a:rPr lang="es-AR" dirty="0" smtClean="0"/>
              <a:t>Inferencia</a:t>
            </a:r>
          </a:p>
          <a:p>
            <a:pPr lvl="2"/>
            <a:r>
              <a:rPr lang="es-AR" dirty="0" err="1" smtClean="0"/>
              <a:t>esMuchoMayor</a:t>
            </a:r>
            <a:r>
              <a:rPr lang="es-AR" dirty="0" smtClean="0"/>
              <a:t> :: ???</a:t>
            </a:r>
          </a:p>
          <a:p>
            <a:pPr lvl="2"/>
            <a:r>
              <a:rPr lang="es-AR" dirty="0" err="1" smtClean="0"/>
              <a:t>esMuchoMayor</a:t>
            </a:r>
            <a:r>
              <a:rPr lang="es-AR" dirty="0" smtClean="0"/>
              <a:t>  n m = n – m &gt; 10</a:t>
            </a:r>
          </a:p>
          <a:p>
            <a:pPr lvl="2"/>
            <a:r>
              <a:rPr lang="es-AR" dirty="0" err="1"/>
              <a:t>funcionRara</a:t>
            </a:r>
            <a:r>
              <a:rPr lang="es-AR" dirty="0"/>
              <a:t> </a:t>
            </a:r>
            <a:r>
              <a:rPr lang="es-AR" dirty="0" smtClean="0"/>
              <a:t> :: ???</a:t>
            </a:r>
          </a:p>
          <a:p>
            <a:pPr lvl="2"/>
            <a:r>
              <a:rPr lang="es-AR" dirty="0" err="1" smtClean="0"/>
              <a:t>funcionRara</a:t>
            </a:r>
            <a:r>
              <a:rPr lang="es-AR" dirty="0" smtClean="0"/>
              <a:t>  n m = </a:t>
            </a:r>
            <a:r>
              <a:rPr lang="es-AR" dirty="0" err="1" smtClean="0"/>
              <a:t>esMuchoMayor</a:t>
            </a:r>
            <a:r>
              <a:rPr lang="es-AR" dirty="0" smtClean="0"/>
              <a:t>  n  (</a:t>
            </a:r>
            <a:r>
              <a:rPr lang="es-AR" dirty="0" err="1" smtClean="0"/>
              <a:t>not</a:t>
            </a:r>
            <a:r>
              <a:rPr lang="es-AR" dirty="0" smtClean="0"/>
              <a:t> m)</a:t>
            </a:r>
          </a:p>
          <a:p>
            <a:pPr lvl="2"/>
            <a:r>
              <a:rPr lang="es-AR" dirty="0" smtClean="0"/>
              <a:t>f  x  y  =  g ( h y ( i x y ) x ) y</a:t>
            </a:r>
          </a:p>
          <a:p>
            <a:pPr marL="914400" lvl="2" indent="0">
              <a:buNone/>
            </a:pPr>
            <a:r>
              <a:rPr lang="es-AR" dirty="0" smtClean="0"/>
              <a:t>    f  False “ ” = True</a:t>
            </a:r>
          </a:p>
          <a:p>
            <a:pPr lvl="2"/>
            <a:r>
              <a:rPr lang="es-AR" dirty="0" smtClean="0"/>
              <a:t>funcionRara1</a:t>
            </a:r>
            <a:r>
              <a:rPr lang="es-AR" dirty="0"/>
              <a:t> </a:t>
            </a:r>
            <a:r>
              <a:rPr lang="es-AR" dirty="0" smtClean="0"/>
              <a:t> f  =  </a:t>
            </a:r>
            <a:r>
              <a:rPr lang="es-AR" dirty="0"/>
              <a:t>f  2 </a:t>
            </a:r>
            <a:r>
              <a:rPr lang="es-AR" dirty="0" smtClean="0"/>
              <a:t>True</a:t>
            </a:r>
          </a:p>
          <a:p>
            <a:pPr lvl="2"/>
            <a:r>
              <a:rPr lang="es-AR" dirty="0" smtClean="0"/>
              <a:t>funcionRara2  g = </a:t>
            </a:r>
            <a:r>
              <a:rPr lang="es-AR" dirty="0" err="1" smtClean="0"/>
              <a:t>g.length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67422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92500" lnSpcReduction="10000"/>
          </a:bodyPr>
          <a:lstStyle/>
          <a:p>
            <a:r>
              <a:rPr lang="es-AR" dirty="0" smtClean="0"/>
              <a:t>Alias de tipos de datos</a:t>
            </a:r>
          </a:p>
          <a:p>
            <a:pPr lvl="1"/>
            <a:r>
              <a:rPr lang="es-AR" dirty="0"/>
              <a:t>e</a:t>
            </a:r>
            <a:r>
              <a:rPr lang="es-AR" dirty="0" smtClean="0"/>
              <a:t>dad “</a:t>
            </a:r>
            <a:r>
              <a:rPr lang="es-AR" dirty="0" err="1" smtClean="0"/>
              <a:t>Mati</a:t>
            </a:r>
            <a:r>
              <a:rPr lang="es-AR" dirty="0" smtClean="0"/>
              <a:t>” = 23</a:t>
            </a:r>
          </a:p>
          <a:p>
            <a:pPr lvl="1"/>
            <a:r>
              <a:rPr lang="es-AR" dirty="0"/>
              <a:t>e</a:t>
            </a:r>
            <a:r>
              <a:rPr lang="es-AR" dirty="0" smtClean="0"/>
              <a:t>dad “Leo” = 26</a:t>
            </a:r>
          </a:p>
          <a:p>
            <a:r>
              <a:rPr lang="es-AR" dirty="0" smtClean="0"/>
              <a:t>El tipo de la función edad es:</a:t>
            </a:r>
          </a:p>
          <a:p>
            <a:pPr lvl="1"/>
            <a:r>
              <a:rPr lang="es-AR" dirty="0" smtClean="0"/>
              <a:t>edad :: </a:t>
            </a:r>
            <a:r>
              <a:rPr lang="es-AR" dirty="0" err="1" smtClean="0"/>
              <a:t>String</a:t>
            </a:r>
            <a:r>
              <a:rPr lang="es-AR" dirty="0" smtClean="0"/>
              <a:t> -&gt; </a:t>
            </a:r>
            <a:r>
              <a:rPr lang="es-AR" dirty="0" err="1" smtClean="0"/>
              <a:t>Number</a:t>
            </a:r>
            <a:endParaRPr lang="es-AR" dirty="0" smtClean="0"/>
          </a:p>
          <a:p>
            <a:r>
              <a:rPr lang="es-AR" dirty="0" smtClean="0"/>
              <a:t>Mas expresividad</a:t>
            </a:r>
          </a:p>
          <a:p>
            <a:pPr lvl="1"/>
            <a:r>
              <a:rPr lang="es-AR" dirty="0" err="1" smtClean="0"/>
              <a:t>Type</a:t>
            </a:r>
            <a:r>
              <a:rPr lang="es-AR" dirty="0" smtClean="0"/>
              <a:t> Nombre = </a:t>
            </a:r>
            <a:r>
              <a:rPr lang="es-AR" dirty="0" err="1" smtClean="0"/>
              <a:t>String</a:t>
            </a:r>
            <a:endParaRPr lang="es-AR" dirty="0" smtClean="0"/>
          </a:p>
          <a:p>
            <a:pPr lvl="1"/>
            <a:r>
              <a:rPr lang="es-AR" dirty="0" err="1" smtClean="0"/>
              <a:t>Type</a:t>
            </a:r>
            <a:r>
              <a:rPr lang="es-AR" dirty="0" smtClean="0"/>
              <a:t> Edad= </a:t>
            </a:r>
            <a:r>
              <a:rPr lang="es-AR" dirty="0" err="1" smtClean="0"/>
              <a:t>Number</a:t>
            </a:r>
            <a:endParaRPr lang="es-AR" dirty="0" smtClean="0"/>
          </a:p>
          <a:p>
            <a:pPr lvl="1"/>
            <a:r>
              <a:rPr lang="es-AR" dirty="0" smtClean="0"/>
              <a:t>edad :: Nombre -&gt; Edad</a:t>
            </a:r>
          </a:p>
          <a:p>
            <a:r>
              <a:rPr lang="es-AR" dirty="0" err="1" smtClean="0"/>
              <a:t>String</a:t>
            </a:r>
            <a:r>
              <a:rPr lang="es-AR" dirty="0" smtClean="0"/>
              <a:t> = [</a:t>
            </a:r>
            <a:r>
              <a:rPr lang="es-AR" dirty="0" err="1"/>
              <a:t>C</a:t>
            </a:r>
            <a:r>
              <a:rPr lang="es-AR" dirty="0" err="1" smtClean="0"/>
              <a:t>har</a:t>
            </a:r>
            <a:r>
              <a:rPr lang="es-AR" dirty="0" smtClean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266884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 err="1" smtClean="0"/>
              <a:t>Type</a:t>
            </a:r>
            <a:r>
              <a:rPr lang="es-AR" dirty="0" smtClean="0"/>
              <a:t> </a:t>
            </a:r>
            <a:r>
              <a:rPr lang="es-AR" dirty="0" err="1" smtClean="0"/>
              <a:t>Classes</a:t>
            </a:r>
            <a:endParaRPr lang="es-AR" dirty="0"/>
          </a:p>
        </p:txBody>
      </p:sp>
      <p:pic>
        <p:nvPicPr>
          <p:cNvPr id="3074" name="Picture 2" descr="https://upload.wikimedia.org/wikipedia/commons/thumb/0/04/Base-classes.svg/510px-Base-classes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124744"/>
            <a:ext cx="5563606" cy="554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4845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Resumen:</a:t>
            </a:r>
          </a:p>
          <a:p>
            <a:pPr lvl="1"/>
            <a:r>
              <a:rPr lang="es-AR" dirty="0" smtClean="0"/>
              <a:t>Definición e implicancias de Funciones y Programa</a:t>
            </a:r>
          </a:p>
          <a:p>
            <a:pPr lvl="1"/>
            <a:r>
              <a:rPr lang="es-AR" dirty="0" smtClean="0"/>
              <a:t>Transparencia Referencial</a:t>
            </a:r>
          </a:p>
          <a:p>
            <a:pPr lvl="1"/>
            <a:r>
              <a:rPr lang="es-AR" dirty="0" smtClean="0"/>
              <a:t>Sintaxis básica de definición y consulta de funciones</a:t>
            </a:r>
          </a:p>
          <a:p>
            <a:pPr lvl="1"/>
            <a:r>
              <a:rPr lang="es-AR" dirty="0" err="1" smtClean="0"/>
              <a:t>Pattern</a:t>
            </a:r>
            <a:r>
              <a:rPr lang="es-AR" dirty="0" smtClean="0"/>
              <a:t> </a:t>
            </a:r>
            <a:r>
              <a:rPr lang="es-AR" dirty="0" err="1" smtClean="0"/>
              <a:t>Matching</a:t>
            </a:r>
            <a:endParaRPr lang="es-AR" dirty="0" smtClean="0"/>
          </a:p>
          <a:p>
            <a:pPr lvl="1"/>
            <a:r>
              <a:rPr lang="es-AR" dirty="0" err="1" smtClean="0"/>
              <a:t>Tipado</a:t>
            </a:r>
            <a:r>
              <a:rPr lang="es-AR" dirty="0" smtClean="0"/>
              <a:t>, Inferencia y Variables de Tipo</a:t>
            </a:r>
          </a:p>
          <a:p>
            <a:pPr lvl="1"/>
            <a:r>
              <a:rPr lang="es-AR" dirty="0" err="1" smtClean="0"/>
              <a:t>Type</a:t>
            </a:r>
            <a:r>
              <a:rPr lang="es-AR" dirty="0" smtClean="0"/>
              <a:t> </a:t>
            </a:r>
            <a:r>
              <a:rPr lang="es-AR" dirty="0" err="1" smtClean="0"/>
              <a:t>Classes</a:t>
            </a:r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30085524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5906</TotalTime>
  <Words>661</Words>
  <Application>Microsoft Office PowerPoint</Application>
  <PresentationFormat>Presentación en pantalla (4:3)</PresentationFormat>
  <Paragraphs>124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Paradigmas de Programación</vt:lpstr>
      <vt:lpstr>Paradigma Funcional - Haskell</vt:lpstr>
      <vt:lpstr>Paradigma Funcional - Haskell</vt:lpstr>
      <vt:lpstr>Paradigma Funcional - Haskell</vt:lpstr>
      <vt:lpstr>Paradigma Funcional - Haskell</vt:lpstr>
      <vt:lpstr>Paradigma Funcional - Haskell</vt:lpstr>
      <vt:lpstr>Paradigma Funcional - Haskell</vt:lpstr>
      <vt:lpstr>Paradigma Funcional - Haskell</vt:lpstr>
      <vt:lpstr>Paradigma Funcional - Haskell</vt:lpstr>
      <vt:lpstr>Paradigma Funcional - Haskell</vt:lpstr>
      <vt:lpstr>Paradigma Funcional - Haskell</vt:lpstr>
    </vt:vector>
  </TitlesOfParts>
  <Company>ARG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Paradigmas de Programación</dc:title>
  <dc:creator>ARG</dc:creator>
  <cp:lastModifiedBy>ARG</cp:lastModifiedBy>
  <cp:revision>86</cp:revision>
  <dcterms:created xsi:type="dcterms:W3CDTF">2024-03-08T18:13:29Z</dcterms:created>
  <dcterms:modified xsi:type="dcterms:W3CDTF">2024-03-20T19:51:12Z</dcterms:modified>
</cp:coreProperties>
</file>