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3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671" autoAdjust="0"/>
  </p:normalViewPr>
  <p:slideViewPr>
    <p:cSldViewPr>
      <p:cViewPr varScale="1">
        <p:scale>
          <a:sx n="70" d="100"/>
          <a:sy n="70" d="100"/>
        </p:scale>
        <p:origin x="-137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50778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4333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44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726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868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124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6424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034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91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436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990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27246-92ED-4D73-BA48-5C6718EEC269}" type="datetimeFigureOut">
              <a:rPr lang="es-AR" smtClean="0"/>
              <a:t>08/05/2024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CC97B-6CDE-40C6-9731-34662AC6252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8962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1"/>
            <a:endParaRPr lang="es-AR" smtClean="0"/>
          </a:p>
        </p:txBody>
      </p:sp>
    </p:spTree>
    <p:extLst>
      <p:ext uri="{BB962C8B-B14F-4D97-AF65-F5344CB8AC3E}">
        <p14:creationId xmlns:p14="http://schemas.microsoft.com/office/powerpoint/2010/main" val="81792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dirty="0" smtClean="0"/>
              <a:t>Estrategias de Evaluación</a:t>
            </a:r>
          </a:p>
          <a:p>
            <a:pPr lvl="1"/>
            <a:r>
              <a:rPr lang="es-AR" dirty="0" smtClean="0"/>
              <a:t>Evaluación </a:t>
            </a:r>
            <a:r>
              <a:rPr lang="es-AR" dirty="0" err="1" smtClean="0"/>
              <a:t>Eager</a:t>
            </a:r>
            <a:endParaRPr lang="es-AR" dirty="0" smtClean="0"/>
          </a:p>
          <a:p>
            <a:pPr lvl="2"/>
            <a:r>
              <a:rPr lang="es-AR" dirty="0" smtClean="0"/>
              <a:t>Realiza la evaluación de los parámetros primero y luego la evaluación de la función</a:t>
            </a:r>
          </a:p>
          <a:p>
            <a:pPr lvl="1"/>
            <a:r>
              <a:rPr lang="es-AR" dirty="0" smtClean="0"/>
              <a:t>Evaluación </a:t>
            </a:r>
            <a:r>
              <a:rPr lang="es-AR" dirty="0" err="1" smtClean="0"/>
              <a:t>Lazy</a:t>
            </a:r>
            <a:endParaRPr lang="es-AR" dirty="0" smtClean="0"/>
          </a:p>
          <a:p>
            <a:pPr lvl="2"/>
            <a:r>
              <a:rPr lang="es-AR" dirty="0" smtClean="0"/>
              <a:t>Retrasa la evaluación de los parámetros hasta que no tiene otra opción. Comienza evaluando la función y dependiendo de ella va a evaluar uno o dos o N parámetros.</a:t>
            </a:r>
          </a:p>
        </p:txBody>
      </p:sp>
    </p:spTree>
    <p:extLst>
      <p:ext uri="{BB962C8B-B14F-4D97-AF65-F5344CB8AC3E}">
        <p14:creationId xmlns:p14="http://schemas.microsoft.com/office/powerpoint/2010/main" val="359059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AR" dirty="0" smtClean="0"/>
              <a:t>Estrategias de Evaluación (Ejemplo)</a:t>
            </a:r>
          </a:p>
          <a:p>
            <a:pPr lvl="1"/>
            <a:r>
              <a:rPr lang="es-AR" dirty="0" smtClean="0"/>
              <a:t>Función </a:t>
            </a:r>
          </a:p>
          <a:p>
            <a:pPr lvl="2"/>
            <a:r>
              <a:rPr lang="es-AR" dirty="0"/>
              <a:t>d</a:t>
            </a:r>
            <a:r>
              <a:rPr lang="es-AR" dirty="0" smtClean="0"/>
              <a:t>istancia </a:t>
            </a:r>
            <a:r>
              <a:rPr lang="es-AR" dirty="0" err="1"/>
              <a:t>u</a:t>
            </a:r>
            <a:r>
              <a:rPr lang="es-AR" dirty="0" err="1" smtClean="0"/>
              <a:t>nKM</a:t>
            </a:r>
            <a:r>
              <a:rPr lang="es-AR" dirty="0" smtClean="0"/>
              <a:t> </a:t>
            </a:r>
            <a:r>
              <a:rPr lang="es-AR" dirty="0" err="1" smtClean="0"/>
              <a:t>otroKM</a:t>
            </a:r>
            <a:r>
              <a:rPr lang="es-AR" dirty="0" smtClean="0"/>
              <a:t> = </a:t>
            </a:r>
            <a:r>
              <a:rPr lang="es-AR" dirty="0" err="1" smtClean="0"/>
              <a:t>abs</a:t>
            </a:r>
            <a:r>
              <a:rPr lang="es-AR" dirty="0" smtClean="0"/>
              <a:t> (</a:t>
            </a:r>
            <a:r>
              <a:rPr lang="es-AR" dirty="0" err="1" smtClean="0"/>
              <a:t>unKM</a:t>
            </a:r>
            <a:r>
              <a:rPr lang="es-AR" dirty="0" smtClean="0"/>
              <a:t> - </a:t>
            </a:r>
            <a:r>
              <a:rPr lang="es-AR" dirty="0" err="1" smtClean="0"/>
              <a:t>otroKM</a:t>
            </a:r>
            <a:r>
              <a:rPr lang="es-AR" dirty="0" smtClean="0"/>
              <a:t>)</a:t>
            </a:r>
          </a:p>
          <a:p>
            <a:pPr lvl="1"/>
            <a:r>
              <a:rPr lang="es-AR" dirty="0" smtClean="0"/>
              <a:t>Evaluación </a:t>
            </a:r>
            <a:r>
              <a:rPr lang="es-AR" dirty="0" err="1" smtClean="0"/>
              <a:t>Eager</a:t>
            </a:r>
            <a:endParaRPr lang="es-AR" dirty="0" smtClean="0"/>
          </a:p>
          <a:p>
            <a:pPr lvl="2"/>
            <a:r>
              <a:rPr lang="es-AR" dirty="0" smtClean="0"/>
              <a:t>Distancia (2*40) (div 600 3)</a:t>
            </a:r>
          </a:p>
          <a:p>
            <a:pPr lvl="3"/>
            <a:r>
              <a:rPr lang="es-AR" dirty="0" smtClean="0"/>
              <a:t>Distancia 80 200</a:t>
            </a:r>
          </a:p>
          <a:p>
            <a:pPr lvl="3"/>
            <a:r>
              <a:rPr lang="es-AR" dirty="0" err="1" smtClean="0"/>
              <a:t>Abs</a:t>
            </a:r>
            <a:r>
              <a:rPr lang="es-AR" dirty="0" smtClean="0"/>
              <a:t> (80 -200) </a:t>
            </a:r>
          </a:p>
          <a:p>
            <a:pPr lvl="3"/>
            <a:r>
              <a:rPr lang="es-AR" dirty="0" err="1" smtClean="0"/>
              <a:t>Abs</a:t>
            </a:r>
            <a:r>
              <a:rPr lang="es-AR" dirty="0" smtClean="0"/>
              <a:t> (-120)    </a:t>
            </a:r>
            <a:r>
              <a:rPr lang="es-AR" dirty="0" smtClean="0">
                <a:sym typeface="Wingdings" panose="05000000000000000000" pitchFamily="2" charset="2"/>
              </a:rPr>
              <a:t>    120</a:t>
            </a:r>
            <a:endParaRPr lang="es-AR" dirty="0" smtClean="0"/>
          </a:p>
          <a:p>
            <a:pPr lvl="1"/>
            <a:r>
              <a:rPr lang="es-AR" dirty="0" smtClean="0"/>
              <a:t>Evaluación </a:t>
            </a:r>
            <a:r>
              <a:rPr lang="es-AR" dirty="0" err="1" smtClean="0"/>
              <a:t>Lazy</a:t>
            </a:r>
            <a:endParaRPr lang="es-AR" dirty="0" smtClean="0"/>
          </a:p>
          <a:p>
            <a:pPr lvl="2"/>
            <a:r>
              <a:rPr lang="es-AR" dirty="0" smtClean="0"/>
              <a:t>Distancia (2*40)(div 600 3)</a:t>
            </a:r>
          </a:p>
          <a:p>
            <a:pPr lvl="3"/>
            <a:r>
              <a:rPr lang="es-AR" dirty="0" err="1" smtClean="0"/>
              <a:t>Abs</a:t>
            </a:r>
            <a:r>
              <a:rPr lang="es-AR" dirty="0" smtClean="0"/>
              <a:t> (2*40 - div 600 3)</a:t>
            </a:r>
          </a:p>
          <a:p>
            <a:pPr lvl="3"/>
            <a:r>
              <a:rPr lang="es-AR" dirty="0"/>
              <a:t>Si (2*40 - div 600 3</a:t>
            </a:r>
            <a:r>
              <a:rPr lang="es-AR" dirty="0" smtClean="0"/>
              <a:t>) &gt; 0  entonces calcula (80 – 200)</a:t>
            </a:r>
          </a:p>
          <a:p>
            <a:pPr lvl="3"/>
            <a:r>
              <a:rPr lang="es-AR" dirty="0" smtClean="0"/>
              <a:t>Retorna  - ( - 120)     </a:t>
            </a:r>
            <a:r>
              <a:rPr lang="es-AR" dirty="0" smtClean="0">
                <a:sym typeface="Wingdings" panose="05000000000000000000" pitchFamily="2" charset="2"/>
              </a:rPr>
              <a:t>  120</a:t>
            </a:r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994890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lnSpcReduction="10000"/>
          </a:bodyPr>
          <a:lstStyle/>
          <a:p>
            <a:r>
              <a:rPr lang="es-AR" dirty="0" smtClean="0"/>
              <a:t>Estrategias de Evaluación (Ejemplo)</a:t>
            </a:r>
          </a:p>
          <a:p>
            <a:pPr lvl="1"/>
            <a:r>
              <a:rPr lang="es-AR" dirty="0" smtClean="0"/>
              <a:t>Función </a:t>
            </a:r>
            <a:r>
              <a:rPr lang="es-AR" dirty="0" err="1" smtClean="0"/>
              <a:t>Fst</a:t>
            </a:r>
            <a:endParaRPr lang="es-AR" dirty="0" smtClean="0"/>
          </a:p>
          <a:p>
            <a:pPr lvl="2"/>
            <a:r>
              <a:rPr lang="es-AR" dirty="0" smtClean="0"/>
              <a:t>Evaluación </a:t>
            </a:r>
            <a:r>
              <a:rPr lang="es-AR" dirty="0" err="1" smtClean="0"/>
              <a:t>Eager</a:t>
            </a:r>
            <a:endParaRPr lang="es-AR" dirty="0" smtClean="0"/>
          </a:p>
          <a:p>
            <a:pPr lvl="3"/>
            <a:r>
              <a:rPr lang="es-AR" dirty="0" err="1" smtClean="0"/>
              <a:t>fst</a:t>
            </a:r>
            <a:r>
              <a:rPr lang="es-AR" dirty="0" smtClean="0"/>
              <a:t> </a:t>
            </a:r>
            <a:r>
              <a:rPr lang="es-AR" dirty="0"/>
              <a:t>(</a:t>
            </a:r>
            <a:r>
              <a:rPr lang="es-AR" dirty="0" smtClean="0"/>
              <a:t>2*40, div </a:t>
            </a:r>
            <a:r>
              <a:rPr lang="es-AR" dirty="0"/>
              <a:t>600 3</a:t>
            </a:r>
            <a:r>
              <a:rPr lang="es-AR" dirty="0" smtClean="0"/>
              <a:t>)</a:t>
            </a:r>
          </a:p>
          <a:p>
            <a:pPr lvl="3"/>
            <a:r>
              <a:rPr lang="es-AR" dirty="0" err="1" smtClean="0"/>
              <a:t>Fst</a:t>
            </a:r>
            <a:r>
              <a:rPr lang="es-AR" dirty="0" smtClean="0"/>
              <a:t> (80, 200) </a:t>
            </a:r>
            <a:r>
              <a:rPr lang="es-AR" dirty="0" smtClean="0">
                <a:sym typeface="Wingdings" panose="05000000000000000000" pitchFamily="2" charset="2"/>
              </a:rPr>
              <a:t> 80</a:t>
            </a:r>
            <a:endParaRPr lang="es-AR" dirty="0" smtClean="0"/>
          </a:p>
          <a:p>
            <a:pPr lvl="2"/>
            <a:r>
              <a:rPr lang="es-AR" dirty="0" smtClean="0"/>
              <a:t>Evaluación </a:t>
            </a:r>
            <a:r>
              <a:rPr lang="es-AR" dirty="0" err="1" smtClean="0"/>
              <a:t>Lazy</a:t>
            </a:r>
            <a:endParaRPr lang="es-AR" dirty="0" smtClean="0"/>
          </a:p>
          <a:p>
            <a:pPr lvl="3"/>
            <a:r>
              <a:rPr lang="es-AR" dirty="0" err="1"/>
              <a:t>fst</a:t>
            </a:r>
            <a:r>
              <a:rPr lang="es-AR" dirty="0"/>
              <a:t> (2*40, div 600 3)</a:t>
            </a:r>
          </a:p>
          <a:p>
            <a:pPr lvl="3"/>
            <a:r>
              <a:rPr lang="es-AR" dirty="0" err="1"/>
              <a:t>Fst</a:t>
            </a:r>
            <a:r>
              <a:rPr lang="es-AR" dirty="0"/>
              <a:t> </a:t>
            </a:r>
            <a:r>
              <a:rPr lang="es-AR" dirty="0" smtClean="0"/>
              <a:t>(2*40) </a:t>
            </a:r>
            <a:r>
              <a:rPr lang="es-AR" dirty="0">
                <a:sym typeface="Wingdings" panose="05000000000000000000" pitchFamily="2" charset="2"/>
              </a:rPr>
              <a:t> </a:t>
            </a:r>
            <a:r>
              <a:rPr lang="es-AR" dirty="0" smtClean="0">
                <a:sym typeface="Wingdings" panose="05000000000000000000" pitchFamily="2" charset="2"/>
              </a:rPr>
              <a:t>2*40</a:t>
            </a:r>
          </a:p>
          <a:p>
            <a:pPr lvl="3"/>
            <a:r>
              <a:rPr lang="es-AR" dirty="0" err="1" smtClean="0">
                <a:sym typeface="Wingdings" panose="05000000000000000000" pitchFamily="2" charset="2"/>
              </a:rPr>
              <a:t>Fst</a:t>
            </a:r>
            <a:r>
              <a:rPr lang="es-AR" dirty="0" smtClean="0">
                <a:sym typeface="Wingdings" panose="05000000000000000000" pitchFamily="2" charset="2"/>
              </a:rPr>
              <a:t> (80)  80</a:t>
            </a:r>
          </a:p>
          <a:p>
            <a:pPr lvl="2"/>
            <a:r>
              <a:rPr lang="es-AR" dirty="0" smtClean="0">
                <a:sym typeface="Wingdings" panose="05000000000000000000" pitchFamily="2" charset="2"/>
              </a:rPr>
              <a:t>En </a:t>
            </a:r>
            <a:r>
              <a:rPr lang="es-AR" dirty="0" err="1" smtClean="0">
                <a:sym typeface="Wingdings" panose="05000000000000000000" pitchFamily="2" charset="2"/>
              </a:rPr>
              <a:t>Haskell</a:t>
            </a:r>
            <a:endParaRPr lang="es-AR" dirty="0" smtClean="0">
              <a:sym typeface="Wingdings" panose="05000000000000000000" pitchFamily="2" charset="2"/>
            </a:endParaRPr>
          </a:p>
          <a:p>
            <a:pPr lvl="3"/>
            <a:r>
              <a:rPr lang="es-AR" dirty="0" err="1" smtClean="0">
                <a:sym typeface="Wingdings" panose="05000000000000000000" pitchFamily="2" charset="2"/>
              </a:rPr>
              <a:t>Fst</a:t>
            </a:r>
            <a:r>
              <a:rPr lang="es-AR" dirty="0" smtClean="0">
                <a:sym typeface="Wingdings" panose="05000000000000000000" pitchFamily="2" charset="2"/>
              </a:rPr>
              <a:t> (2*40, div 600 0)</a:t>
            </a:r>
          </a:p>
          <a:p>
            <a:pPr lvl="4"/>
            <a:r>
              <a:rPr lang="es-AR" dirty="0" smtClean="0">
                <a:sym typeface="Wingdings" panose="05000000000000000000" pitchFamily="2" charset="2"/>
              </a:rPr>
              <a:t>Error????</a:t>
            </a:r>
          </a:p>
          <a:p>
            <a:pPr lvl="4"/>
            <a:r>
              <a:rPr lang="es-AR" dirty="0" smtClean="0">
                <a:sym typeface="Wingdings" panose="05000000000000000000" pitchFamily="2" charset="2"/>
              </a:rPr>
              <a:t>80</a:t>
            </a:r>
          </a:p>
          <a:p>
            <a:pPr marL="457200" lvl="1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6490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/>
              <a:t>Paradigmas de Programación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s-AR" dirty="0" smtClean="0"/>
              <a:t>Estrategias de Evaluación (Ejemplo)</a:t>
            </a:r>
          </a:p>
          <a:p>
            <a:pPr lvl="1"/>
            <a:r>
              <a:rPr lang="es-AR" dirty="0" smtClean="0"/>
              <a:t>Listas “infinitas”</a:t>
            </a:r>
          </a:p>
          <a:p>
            <a:pPr lvl="2"/>
            <a:r>
              <a:rPr lang="es-AR" dirty="0" smtClean="0"/>
              <a:t>Evaluación </a:t>
            </a:r>
            <a:r>
              <a:rPr lang="es-AR" dirty="0" err="1" smtClean="0"/>
              <a:t>Eager</a:t>
            </a:r>
            <a:endParaRPr lang="es-AR" dirty="0" smtClean="0"/>
          </a:p>
          <a:p>
            <a:pPr lvl="3"/>
            <a:r>
              <a:rPr lang="es-AR" dirty="0"/>
              <a:t>h</a:t>
            </a:r>
            <a:r>
              <a:rPr lang="es-AR" dirty="0" smtClean="0"/>
              <a:t>ead (</a:t>
            </a:r>
            <a:r>
              <a:rPr lang="es-AR" dirty="0" err="1" smtClean="0"/>
              <a:t>iterate</a:t>
            </a:r>
            <a:r>
              <a:rPr lang="es-AR" dirty="0" smtClean="0"/>
              <a:t> (*2) 1)</a:t>
            </a:r>
          </a:p>
          <a:p>
            <a:pPr lvl="3"/>
            <a:r>
              <a:rPr lang="es-AR" dirty="0" smtClean="0"/>
              <a:t>No devuelve resultado</a:t>
            </a:r>
          </a:p>
          <a:p>
            <a:pPr lvl="2"/>
            <a:r>
              <a:rPr lang="es-AR" dirty="0" smtClean="0"/>
              <a:t>Evaluación </a:t>
            </a:r>
            <a:r>
              <a:rPr lang="es-AR" dirty="0" err="1" smtClean="0"/>
              <a:t>Lazy</a:t>
            </a:r>
            <a:endParaRPr lang="es-AR" dirty="0" smtClean="0"/>
          </a:p>
          <a:p>
            <a:pPr lvl="3"/>
            <a:r>
              <a:rPr lang="es-AR" dirty="0"/>
              <a:t>head (</a:t>
            </a:r>
            <a:r>
              <a:rPr lang="es-AR" dirty="0" err="1"/>
              <a:t>iterate</a:t>
            </a:r>
            <a:r>
              <a:rPr lang="es-AR" dirty="0"/>
              <a:t> (*2) 1)</a:t>
            </a:r>
          </a:p>
          <a:p>
            <a:pPr lvl="3"/>
            <a:r>
              <a:rPr lang="es-AR" dirty="0" smtClean="0">
                <a:sym typeface="Wingdings" panose="05000000000000000000" pitchFamily="2" charset="2"/>
              </a:rPr>
              <a:t>Devuelve 2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Usando listas infinitas</a:t>
            </a:r>
          </a:p>
          <a:p>
            <a:pPr lvl="2"/>
            <a:r>
              <a:rPr lang="es-AR" dirty="0" err="1">
                <a:sym typeface="Wingdings" panose="05000000000000000000" pitchFamily="2" charset="2"/>
              </a:rPr>
              <a:t>h</a:t>
            </a:r>
            <a:r>
              <a:rPr lang="es-AR" dirty="0" err="1" smtClean="0">
                <a:sym typeface="Wingdings" panose="05000000000000000000" pitchFamily="2" charset="2"/>
              </a:rPr>
              <a:t>ead.map</a:t>
            </a:r>
            <a:r>
              <a:rPr lang="es-AR" dirty="0" smtClean="0">
                <a:sym typeface="Wingdings" panose="05000000000000000000" pitchFamily="2" charset="2"/>
              </a:rPr>
              <a:t> (3*).</a:t>
            </a:r>
            <a:r>
              <a:rPr lang="es-AR" dirty="0" err="1" smtClean="0">
                <a:sym typeface="Wingdings" panose="05000000000000000000" pitchFamily="2" charset="2"/>
              </a:rPr>
              <a:t>iterate</a:t>
            </a:r>
            <a:r>
              <a:rPr lang="es-AR" dirty="0" smtClean="0">
                <a:sym typeface="Wingdings" panose="05000000000000000000" pitchFamily="2" charset="2"/>
              </a:rPr>
              <a:t> (+1) 1</a:t>
            </a:r>
          </a:p>
          <a:p>
            <a:pPr lvl="2"/>
            <a:r>
              <a:rPr lang="es-AR" dirty="0" smtClean="0">
                <a:sym typeface="Wingdings" panose="05000000000000000000" pitchFamily="2" charset="2"/>
              </a:rPr>
              <a:t>head (</a:t>
            </a:r>
            <a:r>
              <a:rPr lang="es-AR" dirty="0" err="1" smtClean="0">
                <a:sym typeface="Wingdings" panose="05000000000000000000" pitchFamily="2" charset="2"/>
              </a:rPr>
              <a:t>map</a:t>
            </a:r>
            <a:r>
              <a:rPr lang="es-AR" dirty="0" smtClean="0">
                <a:sym typeface="Wingdings" panose="05000000000000000000" pitchFamily="2" charset="2"/>
              </a:rPr>
              <a:t>(3*) [1 ..])</a:t>
            </a:r>
          </a:p>
          <a:p>
            <a:pPr marL="457200" lvl="1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72429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>
            <a:normAutofit fontScale="90000"/>
          </a:bodyPr>
          <a:lstStyle/>
          <a:p>
            <a:r>
              <a:rPr lang="es-AR" dirty="0" smtClean="0"/>
              <a:t>Paradigmas de Programación Funcional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s-AR" dirty="0" smtClean="0"/>
              <a:t>Resolver un problema para una librería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¿Es cierto que alguien escribió una determinada obra?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¿Quién o quienes escribieron una obra?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¿Qué obra escribió cierta persona?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Si es cierto que cierta persona escribió alguna obra, sin importar cual.</a:t>
            </a:r>
          </a:p>
          <a:p>
            <a:pPr lvl="1"/>
            <a:r>
              <a:rPr lang="es-AR" dirty="0" smtClean="0">
                <a:sym typeface="Wingdings" panose="05000000000000000000" pitchFamily="2" charset="2"/>
              </a:rPr>
              <a:t>Si es cierto que cierta obra existe.</a:t>
            </a:r>
          </a:p>
          <a:p>
            <a:pPr marL="457200" lvl="1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61418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1143000"/>
          </a:xfrm>
        </p:spPr>
        <p:txBody>
          <a:bodyPr>
            <a:normAutofit fontScale="90000"/>
          </a:bodyPr>
          <a:lstStyle/>
          <a:p>
            <a:r>
              <a:rPr lang="es-AR" dirty="0" smtClean="0"/>
              <a:t>Paradigmas de Programación Funcional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 lnSpcReduction="10000"/>
          </a:bodyPr>
          <a:lstStyle/>
          <a:p>
            <a:r>
              <a:rPr lang="es-AR" dirty="0" smtClean="0"/>
              <a:t>Resolver un problema para una librería</a:t>
            </a:r>
          </a:p>
          <a:p>
            <a:pPr marL="457200" lvl="1" indent="0">
              <a:buNone/>
            </a:pPr>
            <a:r>
              <a:rPr lang="es-AR" dirty="0" err="1"/>
              <a:t>t</a:t>
            </a:r>
            <a:r>
              <a:rPr lang="es-AR" dirty="0" err="1" smtClean="0"/>
              <a:t>ype</a:t>
            </a:r>
            <a:r>
              <a:rPr lang="es-AR" dirty="0" smtClean="0"/>
              <a:t> Titulo = </a:t>
            </a:r>
            <a:r>
              <a:rPr lang="es-AR" dirty="0" err="1" smtClean="0"/>
              <a:t>String</a:t>
            </a:r>
            <a:endParaRPr lang="es-AR" dirty="0" smtClean="0"/>
          </a:p>
          <a:p>
            <a:pPr marL="457200" lvl="1" indent="0">
              <a:buNone/>
            </a:pPr>
            <a:r>
              <a:rPr lang="es-AR" dirty="0" err="1"/>
              <a:t>t</a:t>
            </a:r>
            <a:r>
              <a:rPr lang="es-AR" dirty="0" err="1" smtClean="0"/>
              <a:t>ype</a:t>
            </a:r>
            <a:r>
              <a:rPr lang="es-AR" dirty="0" smtClean="0"/>
              <a:t> Autor = </a:t>
            </a:r>
            <a:r>
              <a:rPr lang="es-AR" dirty="0" err="1" smtClean="0"/>
              <a:t>String</a:t>
            </a:r>
            <a:endParaRPr lang="es-AR" dirty="0" smtClean="0"/>
          </a:p>
          <a:p>
            <a:pPr marL="457200" lvl="1" indent="0">
              <a:buNone/>
            </a:pPr>
            <a:r>
              <a:rPr lang="es-AR" dirty="0"/>
              <a:t>d</a:t>
            </a:r>
            <a:r>
              <a:rPr lang="es-AR" dirty="0" smtClean="0"/>
              <a:t>ata obra = </a:t>
            </a:r>
            <a:r>
              <a:rPr lang="es-AR" dirty="0" err="1" smtClean="0"/>
              <a:t>UnaObra</a:t>
            </a:r>
            <a:r>
              <a:rPr lang="es-AR" dirty="0"/>
              <a:t> </a:t>
            </a:r>
            <a:r>
              <a:rPr lang="es-AR" dirty="0" smtClean="0"/>
              <a:t>{titulo:: Titulo, autores:: [Autor]}</a:t>
            </a:r>
          </a:p>
          <a:p>
            <a:pPr marL="457200" lvl="1" indent="0">
              <a:buNone/>
            </a:pPr>
            <a:endParaRPr lang="es-AR" dirty="0" smtClean="0"/>
          </a:p>
          <a:p>
            <a:pPr lvl="1"/>
            <a:r>
              <a:rPr lang="es-AR" dirty="0" smtClean="0"/>
              <a:t>Base de DATOS</a:t>
            </a:r>
            <a:endParaRPr lang="es-AR" dirty="0"/>
          </a:p>
          <a:p>
            <a:pPr marL="457200" lvl="1" indent="0">
              <a:buNone/>
            </a:pPr>
            <a:r>
              <a:rPr lang="es-AR" dirty="0" err="1" smtClean="0"/>
              <a:t>todasLasObras</a:t>
            </a:r>
            <a:r>
              <a:rPr lang="es-AR" dirty="0" smtClean="0"/>
              <a:t>::[Obra]</a:t>
            </a:r>
          </a:p>
          <a:p>
            <a:pPr marL="457200" lvl="1" indent="0">
              <a:buNone/>
            </a:pPr>
            <a:r>
              <a:rPr lang="es-AR" dirty="0" err="1" smtClean="0"/>
              <a:t>todasLasObras</a:t>
            </a:r>
            <a:r>
              <a:rPr lang="es-AR" dirty="0" smtClean="0"/>
              <a:t> = [</a:t>
            </a:r>
            <a:r>
              <a:rPr lang="es-AR" dirty="0" err="1" smtClean="0"/>
              <a:t>UnaObra</a:t>
            </a:r>
            <a:r>
              <a:rPr lang="es-AR" dirty="0" smtClean="0"/>
              <a:t> “</a:t>
            </a:r>
            <a:r>
              <a:rPr lang="es-AR" dirty="0" err="1" smtClean="0"/>
              <a:t>sandman</a:t>
            </a:r>
            <a:r>
              <a:rPr lang="es-AR" dirty="0" smtClean="0"/>
              <a:t>” [“</a:t>
            </a:r>
            <a:r>
              <a:rPr lang="es-AR" dirty="0" err="1" smtClean="0"/>
              <a:t>gaiman</a:t>
            </a:r>
            <a:r>
              <a:rPr lang="es-AR" dirty="0" smtClean="0"/>
              <a:t>”],</a:t>
            </a:r>
            <a:r>
              <a:rPr lang="es-AR" dirty="0"/>
              <a:t> </a:t>
            </a:r>
            <a:r>
              <a:rPr lang="es-AR" dirty="0" err="1"/>
              <a:t>UnaObra</a:t>
            </a:r>
            <a:r>
              <a:rPr lang="es-AR" dirty="0"/>
              <a:t> </a:t>
            </a:r>
            <a:r>
              <a:rPr lang="es-AR" dirty="0" smtClean="0"/>
              <a:t>“socorro” [“</a:t>
            </a:r>
            <a:r>
              <a:rPr lang="es-AR" dirty="0" err="1" smtClean="0"/>
              <a:t>ElsaBornemann</a:t>
            </a:r>
            <a:r>
              <a:rPr lang="es-AR" dirty="0" smtClean="0"/>
              <a:t>”], </a:t>
            </a:r>
            <a:r>
              <a:rPr lang="es-AR" dirty="0" err="1"/>
              <a:t>UnaObra</a:t>
            </a:r>
            <a:r>
              <a:rPr lang="es-AR" dirty="0"/>
              <a:t> </a:t>
            </a:r>
            <a:r>
              <a:rPr lang="es-AR" dirty="0" smtClean="0"/>
              <a:t>“buenos presagios” </a:t>
            </a:r>
            <a:r>
              <a:rPr lang="es-AR" dirty="0"/>
              <a:t>[“</a:t>
            </a:r>
            <a:r>
              <a:rPr lang="es-AR" dirty="0" err="1"/>
              <a:t>gaiman</a:t>
            </a:r>
            <a:r>
              <a:rPr lang="es-AR" dirty="0" smtClean="0"/>
              <a:t>”, “</a:t>
            </a:r>
            <a:r>
              <a:rPr lang="es-AR" dirty="0" err="1" smtClean="0"/>
              <a:t>pratchett</a:t>
            </a:r>
            <a:r>
              <a:rPr lang="es-AR" dirty="0" smtClean="0"/>
              <a:t>”]]</a:t>
            </a:r>
          </a:p>
          <a:p>
            <a:pPr marL="457200" lvl="1" indent="0">
              <a:buNone/>
            </a:pPr>
            <a:endParaRPr lang="es-AR" dirty="0" smtClean="0"/>
          </a:p>
          <a:p>
            <a:pPr marL="457200" lvl="1" indent="0">
              <a:buNone/>
            </a:pPr>
            <a:endParaRPr lang="es-AR" dirty="0" smtClean="0"/>
          </a:p>
          <a:p>
            <a:pPr marL="457200" lvl="1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772720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1143000"/>
          </a:xfrm>
        </p:spPr>
        <p:txBody>
          <a:bodyPr>
            <a:normAutofit fontScale="90000"/>
          </a:bodyPr>
          <a:lstStyle/>
          <a:p>
            <a:r>
              <a:rPr lang="es-AR" dirty="0" smtClean="0"/>
              <a:t>Paradigmas de Programación Funcional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95536" y="1330444"/>
            <a:ext cx="8496944" cy="5527556"/>
          </a:xfrm>
        </p:spPr>
        <p:txBody>
          <a:bodyPr>
            <a:normAutofit fontScale="77500" lnSpcReduction="20000"/>
          </a:bodyPr>
          <a:lstStyle/>
          <a:p>
            <a:r>
              <a:rPr lang="es-AR" dirty="0" smtClean="0"/>
              <a:t>1) Resolver un problema para una librería</a:t>
            </a:r>
          </a:p>
          <a:p>
            <a:pPr lvl="1"/>
            <a:r>
              <a:rPr lang="es-AR" dirty="0" err="1" smtClean="0"/>
              <a:t>Escribio</a:t>
            </a:r>
            <a:r>
              <a:rPr lang="es-AR" dirty="0" smtClean="0"/>
              <a:t> “</a:t>
            </a:r>
            <a:r>
              <a:rPr lang="es-AR" dirty="0" err="1" smtClean="0"/>
              <a:t>ElsaBornemann</a:t>
            </a:r>
            <a:r>
              <a:rPr lang="es-AR" dirty="0" smtClean="0"/>
              <a:t>” “Socorro” </a:t>
            </a:r>
            <a:r>
              <a:rPr lang="es-AR" dirty="0" err="1" smtClean="0"/>
              <a:t>todasLasObras</a:t>
            </a:r>
            <a:r>
              <a:rPr lang="es-AR" dirty="0" smtClean="0"/>
              <a:t> </a:t>
            </a:r>
          </a:p>
          <a:p>
            <a:pPr lvl="1"/>
            <a:r>
              <a:rPr lang="es-AR" dirty="0" smtClean="0"/>
              <a:t>True</a:t>
            </a:r>
          </a:p>
          <a:p>
            <a:r>
              <a:rPr lang="es-AR" dirty="0" smtClean="0"/>
              <a:t>Implementación</a:t>
            </a:r>
            <a:endParaRPr lang="es-AR" dirty="0"/>
          </a:p>
          <a:p>
            <a:pPr lvl="1"/>
            <a:r>
              <a:rPr lang="es-AR" dirty="0" err="1"/>
              <a:t>escribio</a:t>
            </a:r>
            <a:r>
              <a:rPr lang="es-AR" dirty="0"/>
              <a:t> :: Autor -&gt; Titulo -&gt; [Obra] -&gt; </a:t>
            </a:r>
            <a:r>
              <a:rPr lang="es-AR" dirty="0" err="1" smtClean="0"/>
              <a:t>Bool</a:t>
            </a:r>
            <a:r>
              <a:rPr lang="es-AR" dirty="0" smtClean="0"/>
              <a:t/>
            </a:r>
            <a:br>
              <a:rPr lang="es-AR" dirty="0" smtClean="0"/>
            </a:br>
            <a:r>
              <a:rPr lang="es-AR" dirty="0" err="1" smtClean="0"/>
              <a:t>escribio</a:t>
            </a:r>
            <a:r>
              <a:rPr lang="es-AR" dirty="0" smtClean="0"/>
              <a:t> </a:t>
            </a:r>
            <a:r>
              <a:rPr lang="es-AR" dirty="0" err="1"/>
              <a:t>unAutor</a:t>
            </a:r>
            <a:r>
              <a:rPr lang="es-AR" dirty="0"/>
              <a:t> </a:t>
            </a:r>
            <a:r>
              <a:rPr lang="es-AR" dirty="0" err="1"/>
              <a:t>unTitulo</a:t>
            </a:r>
            <a:r>
              <a:rPr lang="es-AR" dirty="0"/>
              <a:t> </a:t>
            </a:r>
            <a:r>
              <a:rPr lang="es-AR" dirty="0" err="1"/>
              <a:t>todasobras</a:t>
            </a:r>
            <a:r>
              <a:rPr lang="es-AR" dirty="0"/>
              <a:t> = </a:t>
            </a:r>
            <a:r>
              <a:rPr lang="es-AR" dirty="0" err="1"/>
              <a:t>any</a:t>
            </a:r>
            <a:r>
              <a:rPr lang="es-AR" dirty="0"/>
              <a:t> (</a:t>
            </a:r>
            <a:r>
              <a:rPr lang="es-AR" dirty="0" err="1"/>
              <a:t>tieneAutorYTitulo</a:t>
            </a:r>
            <a:r>
              <a:rPr lang="es-AR" dirty="0"/>
              <a:t> </a:t>
            </a:r>
            <a:r>
              <a:rPr lang="es-AR" dirty="0" err="1"/>
              <a:t>unAutor</a:t>
            </a:r>
            <a:r>
              <a:rPr lang="es-AR" dirty="0"/>
              <a:t> </a:t>
            </a:r>
            <a:r>
              <a:rPr lang="es-AR" dirty="0" err="1"/>
              <a:t>unTitulo</a:t>
            </a:r>
            <a:r>
              <a:rPr lang="es-AR" dirty="0"/>
              <a:t>) </a:t>
            </a:r>
            <a:r>
              <a:rPr lang="es-AR" dirty="0" err="1" smtClean="0"/>
              <a:t>todasobras</a:t>
            </a:r>
            <a:endParaRPr lang="es-AR" dirty="0" smtClean="0"/>
          </a:p>
          <a:p>
            <a:pPr lvl="1"/>
            <a:r>
              <a:rPr lang="es-AR" dirty="0" err="1" smtClean="0"/>
              <a:t>tieneAutorYTitulo</a:t>
            </a:r>
            <a:r>
              <a:rPr lang="es-AR" dirty="0" smtClean="0"/>
              <a:t> </a:t>
            </a:r>
            <a:r>
              <a:rPr lang="es-AR" dirty="0" smtClean="0"/>
              <a:t>:: Autor -&gt; Titulo -&gt; Obra –&gt; </a:t>
            </a:r>
            <a:r>
              <a:rPr lang="es-AR" dirty="0" err="1" smtClean="0"/>
              <a:t>Bool</a:t>
            </a:r>
            <a:r>
              <a:rPr lang="es-AR" dirty="0"/>
              <a:t/>
            </a:r>
            <a:br>
              <a:rPr lang="es-AR" dirty="0"/>
            </a:br>
            <a:r>
              <a:rPr lang="es-AR" dirty="0" err="1" smtClean="0"/>
              <a:t>tieneAutorYTitulo</a:t>
            </a:r>
            <a:r>
              <a:rPr lang="es-AR" dirty="0" smtClean="0"/>
              <a:t> </a:t>
            </a:r>
            <a:r>
              <a:rPr lang="es-AR" dirty="0" err="1" smtClean="0"/>
              <a:t>unAutor</a:t>
            </a:r>
            <a:r>
              <a:rPr lang="es-AR" dirty="0" smtClean="0"/>
              <a:t> </a:t>
            </a:r>
            <a:r>
              <a:rPr lang="es-AR" dirty="0" err="1" smtClean="0"/>
              <a:t>unTitulo</a:t>
            </a:r>
            <a:r>
              <a:rPr lang="es-AR" dirty="0" smtClean="0"/>
              <a:t> </a:t>
            </a:r>
            <a:r>
              <a:rPr lang="es-AR" dirty="0" err="1" smtClean="0"/>
              <a:t>unaObra</a:t>
            </a:r>
            <a:r>
              <a:rPr lang="es-AR" dirty="0" smtClean="0"/>
              <a:t> = titulo </a:t>
            </a:r>
            <a:r>
              <a:rPr lang="es-AR" dirty="0" err="1" smtClean="0"/>
              <a:t>unaObra</a:t>
            </a:r>
            <a:r>
              <a:rPr lang="es-AR" dirty="0" smtClean="0"/>
              <a:t> == </a:t>
            </a:r>
            <a:r>
              <a:rPr lang="es-AR" dirty="0" err="1" smtClean="0"/>
              <a:t>unTitulo</a:t>
            </a:r>
            <a:r>
              <a:rPr lang="es-AR" dirty="0" smtClean="0"/>
              <a:t>  &amp;&amp; </a:t>
            </a:r>
            <a:r>
              <a:rPr lang="es-AR" dirty="0" err="1" smtClean="0"/>
              <a:t>elem</a:t>
            </a:r>
            <a:r>
              <a:rPr lang="es-AR" dirty="0" smtClean="0"/>
              <a:t> </a:t>
            </a:r>
            <a:r>
              <a:rPr lang="es-AR" dirty="0" err="1" smtClean="0"/>
              <a:t>unAutor</a:t>
            </a:r>
            <a:r>
              <a:rPr lang="es-AR" dirty="0" smtClean="0"/>
              <a:t>  (autores </a:t>
            </a:r>
            <a:r>
              <a:rPr lang="es-AR" dirty="0" err="1" smtClean="0"/>
              <a:t>unaObra</a:t>
            </a:r>
            <a:r>
              <a:rPr lang="es-AR" dirty="0" smtClean="0"/>
              <a:t>)</a:t>
            </a:r>
          </a:p>
          <a:p>
            <a:r>
              <a:rPr lang="es-AR" dirty="0" smtClean="0"/>
              <a:t>2) Resolver </a:t>
            </a:r>
            <a:r>
              <a:rPr lang="es-AR" dirty="0"/>
              <a:t>un problema para una </a:t>
            </a:r>
            <a:r>
              <a:rPr lang="es-AR" dirty="0" smtClean="0"/>
              <a:t>librería</a:t>
            </a:r>
          </a:p>
          <a:p>
            <a:pPr lvl="1"/>
            <a:r>
              <a:rPr lang="es-AR" dirty="0" err="1" smtClean="0"/>
              <a:t>autoresDe</a:t>
            </a:r>
            <a:r>
              <a:rPr lang="es-AR" dirty="0" smtClean="0"/>
              <a:t>  “buenos presagios” </a:t>
            </a:r>
            <a:r>
              <a:rPr lang="es-AR" dirty="0" err="1" smtClean="0"/>
              <a:t>todasLasObras</a:t>
            </a:r>
            <a:endParaRPr lang="es-AR" dirty="0" smtClean="0"/>
          </a:p>
          <a:p>
            <a:pPr lvl="1"/>
            <a:r>
              <a:rPr lang="es-AR" dirty="0" smtClean="0"/>
              <a:t>[“</a:t>
            </a:r>
            <a:r>
              <a:rPr lang="es-AR" dirty="0" err="1" smtClean="0"/>
              <a:t>gaiman</a:t>
            </a:r>
            <a:r>
              <a:rPr lang="es-AR" dirty="0" smtClean="0"/>
              <a:t>”, “</a:t>
            </a:r>
            <a:r>
              <a:rPr lang="es-AR" dirty="0" err="1" smtClean="0"/>
              <a:t>pratchett</a:t>
            </a:r>
            <a:r>
              <a:rPr lang="es-AR" dirty="0" smtClean="0"/>
              <a:t>”]</a:t>
            </a:r>
          </a:p>
          <a:p>
            <a:r>
              <a:rPr lang="es-AR" dirty="0" smtClean="0"/>
              <a:t>Implementación</a:t>
            </a:r>
            <a:endParaRPr lang="es-AR" dirty="0"/>
          </a:p>
          <a:p>
            <a:pPr lvl="1"/>
            <a:r>
              <a:rPr lang="es-AR" dirty="0" err="1"/>
              <a:t>autoresDe</a:t>
            </a:r>
            <a:r>
              <a:rPr lang="es-AR" dirty="0"/>
              <a:t> :: Titulo -&gt; [Obra]-&gt; [</a:t>
            </a:r>
            <a:r>
              <a:rPr lang="es-AR" dirty="0" smtClean="0"/>
              <a:t>Autor]</a:t>
            </a:r>
            <a:br>
              <a:rPr lang="es-AR" dirty="0" smtClean="0"/>
            </a:br>
            <a:r>
              <a:rPr lang="es-AR" dirty="0" err="1" smtClean="0"/>
              <a:t>autoresDe</a:t>
            </a:r>
            <a:r>
              <a:rPr lang="es-AR" dirty="0" smtClean="0"/>
              <a:t> </a:t>
            </a:r>
            <a:r>
              <a:rPr lang="es-AR" dirty="0" err="1"/>
              <a:t>unTitulo</a:t>
            </a:r>
            <a:r>
              <a:rPr lang="es-AR" dirty="0"/>
              <a:t> </a:t>
            </a:r>
            <a:r>
              <a:rPr lang="es-AR" dirty="0" err="1"/>
              <a:t>todasobras</a:t>
            </a:r>
            <a:r>
              <a:rPr lang="es-AR" dirty="0"/>
              <a:t> = autores(head(</a:t>
            </a:r>
            <a:r>
              <a:rPr lang="es-AR" dirty="0" err="1"/>
              <a:t>filter</a:t>
            </a:r>
            <a:r>
              <a:rPr lang="es-AR" dirty="0"/>
              <a:t>((==</a:t>
            </a:r>
            <a:r>
              <a:rPr lang="es-AR" dirty="0" err="1"/>
              <a:t>unTitulo</a:t>
            </a:r>
            <a:r>
              <a:rPr lang="es-AR" dirty="0"/>
              <a:t>).titulo) </a:t>
            </a:r>
            <a:r>
              <a:rPr lang="es-AR" dirty="0" err="1"/>
              <a:t>todasobras</a:t>
            </a:r>
            <a:r>
              <a:rPr lang="es-AR" dirty="0"/>
              <a:t>))</a:t>
            </a:r>
            <a:endParaRPr lang="es-AR" dirty="0" smtClean="0"/>
          </a:p>
        </p:txBody>
      </p:sp>
    </p:spTree>
    <p:extLst>
      <p:ext uri="{BB962C8B-B14F-4D97-AF65-F5344CB8AC3E}">
        <p14:creationId xmlns:p14="http://schemas.microsoft.com/office/powerpoint/2010/main" val="126244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63272" cy="1143000"/>
          </a:xfrm>
        </p:spPr>
        <p:txBody>
          <a:bodyPr>
            <a:normAutofit fontScale="90000"/>
          </a:bodyPr>
          <a:lstStyle/>
          <a:p>
            <a:r>
              <a:rPr lang="es-AR" dirty="0" smtClean="0"/>
              <a:t>Paradigmas de Programación Funcional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77500" lnSpcReduction="20000"/>
          </a:bodyPr>
          <a:lstStyle/>
          <a:p>
            <a:r>
              <a:rPr lang="es-AR" dirty="0" smtClean="0"/>
              <a:t>3) Resolver un problema para una librería</a:t>
            </a:r>
          </a:p>
          <a:p>
            <a:pPr lvl="1"/>
            <a:r>
              <a:rPr lang="es-AR" dirty="0" err="1" smtClean="0"/>
              <a:t>obrasDe</a:t>
            </a:r>
            <a:r>
              <a:rPr lang="es-AR" dirty="0" smtClean="0"/>
              <a:t> “</a:t>
            </a:r>
            <a:r>
              <a:rPr lang="es-AR" dirty="0" err="1" smtClean="0"/>
              <a:t>ElsaBornemann</a:t>
            </a:r>
            <a:r>
              <a:rPr lang="es-AR" dirty="0" smtClean="0"/>
              <a:t>” </a:t>
            </a:r>
            <a:r>
              <a:rPr lang="es-AR" dirty="0" err="1" smtClean="0"/>
              <a:t>todasLasObras</a:t>
            </a:r>
            <a:r>
              <a:rPr lang="es-AR" dirty="0" smtClean="0"/>
              <a:t> </a:t>
            </a:r>
          </a:p>
          <a:p>
            <a:pPr lvl="1"/>
            <a:r>
              <a:rPr lang="es-AR" dirty="0" smtClean="0"/>
              <a:t>[“socorro”]</a:t>
            </a:r>
          </a:p>
          <a:p>
            <a:r>
              <a:rPr lang="es-AR" dirty="0" smtClean="0"/>
              <a:t>Implementación</a:t>
            </a:r>
          </a:p>
          <a:p>
            <a:pPr lvl="1"/>
            <a:r>
              <a:rPr lang="es-AR" dirty="0" err="1"/>
              <a:t>obrasDe</a:t>
            </a:r>
            <a:r>
              <a:rPr lang="es-AR" dirty="0"/>
              <a:t> :: Autor -&gt; [Obra]-&gt;[</a:t>
            </a:r>
            <a:r>
              <a:rPr lang="es-AR" dirty="0" smtClean="0"/>
              <a:t>Titulo]</a:t>
            </a:r>
            <a:br>
              <a:rPr lang="es-AR" dirty="0" smtClean="0"/>
            </a:br>
            <a:r>
              <a:rPr lang="es-AR" dirty="0" err="1" smtClean="0"/>
              <a:t>obrasDe</a:t>
            </a:r>
            <a:r>
              <a:rPr lang="es-AR" dirty="0" smtClean="0"/>
              <a:t> </a:t>
            </a:r>
            <a:r>
              <a:rPr lang="es-AR" dirty="0" err="1"/>
              <a:t>unAutor</a:t>
            </a:r>
            <a:r>
              <a:rPr lang="es-AR" dirty="0"/>
              <a:t> </a:t>
            </a:r>
            <a:r>
              <a:rPr lang="es-AR" dirty="0" err="1"/>
              <a:t>todasobras</a:t>
            </a:r>
            <a:r>
              <a:rPr lang="es-AR" dirty="0"/>
              <a:t> = </a:t>
            </a:r>
            <a:r>
              <a:rPr lang="es-AR" dirty="0" err="1"/>
              <a:t>map</a:t>
            </a:r>
            <a:r>
              <a:rPr lang="es-AR" dirty="0"/>
              <a:t> titulo (</a:t>
            </a:r>
            <a:r>
              <a:rPr lang="es-AR" dirty="0" err="1"/>
              <a:t>filter</a:t>
            </a:r>
            <a:r>
              <a:rPr lang="es-AR" dirty="0"/>
              <a:t>((</a:t>
            </a:r>
            <a:r>
              <a:rPr lang="es-AR" dirty="0" err="1"/>
              <a:t>elem</a:t>
            </a:r>
            <a:r>
              <a:rPr lang="es-AR" dirty="0"/>
              <a:t> </a:t>
            </a:r>
            <a:r>
              <a:rPr lang="es-AR" dirty="0" err="1"/>
              <a:t>unAutor</a:t>
            </a:r>
            <a:r>
              <a:rPr lang="es-AR" dirty="0"/>
              <a:t>).autores) </a:t>
            </a:r>
            <a:r>
              <a:rPr lang="es-AR" dirty="0" err="1"/>
              <a:t>todasobras</a:t>
            </a:r>
            <a:r>
              <a:rPr lang="es-AR" dirty="0" smtClean="0"/>
              <a:t>)</a:t>
            </a:r>
          </a:p>
          <a:p>
            <a:r>
              <a:rPr lang="es-AR" dirty="0" smtClean="0"/>
              <a:t>4</a:t>
            </a:r>
            <a:r>
              <a:rPr lang="es-AR" dirty="0" smtClean="0"/>
              <a:t>) Resolver </a:t>
            </a:r>
            <a:r>
              <a:rPr lang="es-AR" dirty="0"/>
              <a:t>un problema para una librería</a:t>
            </a:r>
          </a:p>
          <a:p>
            <a:pPr lvl="1"/>
            <a:r>
              <a:rPr lang="es-AR" dirty="0" err="1" smtClean="0"/>
              <a:t>escribioAlgo</a:t>
            </a:r>
            <a:r>
              <a:rPr lang="es-AR" dirty="0" smtClean="0"/>
              <a:t> “</a:t>
            </a:r>
            <a:r>
              <a:rPr lang="es-AR" dirty="0" err="1" smtClean="0"/>
              <a:t>ElsaBornemann</a:t>
            </a:r>
            <a:r>
              <a:rPr lang="es-AR" dirty="0"/>
              <a:t>” </a:t>
            </a:r>
            <a:r>
              <a:rPr lang="es-AR" dirty="0" err="1"/>
              <a:t>todasLasObras</a:t>
            </a:r>
            <a:r>
              <a:rPr lang="es-AR" dirty="0"/>
              <a:t> </a:t>
            </a:r>
          </a:p>
          <a:p>
            <a:pPr lvl="1"/>
            <a:r>
              <a:rPr lang="es-AR" dirty="0" smtClean="0"/>
              <a:t>True</a:t>
            </a:r>
            <a:endParaRPr lang="es-AR" dirty="0"/>
          </a:p>
          <a:p>
            <a:r>
              <a:rPr lang="es-AR" dirty="0"/>
              <a:t>Implementación</a:t>
            </a:r>
          </a:p>
          <a:p>
            <a:pPr lvl="1"/>
            <a:r>
              <a:rPr lang="es-AR" dirty="0" err="1" smtClean="0"/>
              <a:t>escribioAlgo</a:t>
            </a:r>
            <a:r>
              <a:rPr lang="es-AR" dirty="0" smtClean="0"/>
              <a:t> </a:t>
            </a:r>
            <a:r>
              <a:rPr lang="es-AR" dirty="0"/>
              <a:t>:: Autor -&gt; [Obra] -&gt; </a:t>
            </a:r>
            <a:r>
              <a:rPr lang="es-AR" dirty="0" err="1" smtClean="0"/>
              <a:t>Bool</a:t>
            </a:r>
            <a:r>
              <a:rPr lang="es-AR" dirty="0" smtClean="0"/>
              <a:t/>
            </a:r>
            <a:br>
              <a:rPr lang="es-AR" dirty="0" smtClean="0"/>
            </a:br>
            <a:r>
              <a:rPr lang="es-AR" dirty="0" err="1" smtClean="0"/>
              <a:t>escribioAlgo</a:t>
            </a:r>
            <a:r>
              <a:rPr lang="es-AR" dirty="0" smtClean="0"/>
              <a:t> </a:t>
            </a:r>
            <a:r>
              <a:rPr lang="es-AR" dirty="0" err="1"/>
              <a:t>unAutor</a:t>
            </a:r>
            <a:r>
              <a:rPr lang="es-AR" dirty="0"/>
              <a:t> </a:t>
            </a:r>
            <a:r>
              <a:rPr lang="es-AR" dirty="0" err="1"/>
              <a:t>todasobras</a:t>
            </a:r>
            <a:r>
              <a:rPr lang="es-AR" dirty="0"/>
              <a:t> =  </a:t>
            </a:r>
            <a:r>
              <a:rPr lang="es-AR" dirty="0" err="1"/>
              <a:t>elem</a:t>
            </a:r>
            <a:r>
              <a:rPr lang="es-AR" dirty="0"/>
              <a:t> </a:t>
            </a:r>
            <a:r>
              <a:rPr lang="es-AR" dirty="0" err="1"/>
              <a:t>unAutor</a:t>
            </a:r>
            <a:r>
              <a:rPr lang="es-AR" dirty="0"/>
              <a:t> (</a:t>
            </a:r>
            <a:r>
              <a:rPr lang="es-AR" dirty="0" err="1"/>
              <a:t>concatMap</a:t>
            </a:r>
            <a:r>
              <a:rPr lang="es-AR" dirty="0"/>
              <a:t> autores </a:t>
            </a:r>
            <a:r>
              <a:rPr lang="es-AR" dirty="0" err="1"/>
              <a:t>todasobras</a:t>
            </a:r>
            <a:r>
              <a:rPr lang="es-AR" dirty="0"/>
              <a:t>)</a:t>
            </a:r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lvl="1"/>
            <a:endParaRPr lang="es-AR" dirty="0" smtClean="0"/>
          </a:p>
          <a:p>
            <a:pPr marL="457200" lvl="1" indent="0">
              <a:buNone/>
            </a:pPr>
            <a:endParaRPr lang="es-AR" dirty="0" smtClean="0"/>
          </a:p>
          <a:p>
            <a:pPr marL="457200" lvl="1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17273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35280" cy="1143000"/>
          </a:xfrm>
        </p:spPr>
        <p:txBody>
          <a:bodyPr>
            <a:normAutofit fontScale="90000"/>
          </a:bodyPr>
          <a:lstStyle/>
          <a:p>
            <a:r>
              <a:rPr lang="es-AR" dirty="0" smtClean="0"/>
              <a:t>Paradigmas de Programación Funcional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8494" y="1484784"/>
            <a:ext cx="8219256" cy="2376264"/>
          </a:xfrm>
        </p:spPr>
        <p:txBody>
          <a:bodyPr>
            <a:normAutofit fontScale="77500" lnSpcReduction="20000"/>
          </a:bodyPr>
          <a:lstStyle/>
          <a:p>
            <a:r>
              <a:rPr lang="es-AR" dirty="0" smtClean="0"/>
              <a:t>5) Resolver un problema para una librería</a:t>
            </a:r>
          </a:p>
          <a:p>
            <a:pPr lvl="1"/>
            <a:r>
              <a:rPr lang="es-AR" dirty="0" smtClean="0"/>
              <a:t>existe “socorro” </a:t>
            </a:r>
            <a:r>
              <a:rPr lang="es-AR" dirty="0" err="1" smtClean="0"/>
              <a:t>todasLasObras</a:t>
            </a:r>
            <a:r>
              <a:rPr lang="es-AR" dirty="0" smtClean="0"/>
              <a:t> </a:t>
            </a:r>
          </a:p>
          <a:p>
            <a:pPr lvl="1"/>
            <a:r>
              <a:rPr lang="es-AR" dirty="0" smtClean="0"/>
              <a:t>True</a:t>
            </a:r>
          </a:p>
          <a:p>
            <a:r>
              <a:rPr lang="es-AR" dirty="0" smtClean="0"/>
              <a:t>Implementación</a:t>
            </a:r>
          </a:p>
          <a:p>
            <a:pPr lvl="1"/>
            <a:r>
              <a:rPr lang="pt-BR" dirty="0"/>
              <a:t>existe :: Titulo -&gt; [Obra] -&gt; </a:t>
            </a:r>
            <a:r>
              <a:rPr lang="pt-BR" dirty="0" err="1" smtClean="0"/>
              <a:t>Bool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existe </a:t>
            </a:r>
            <a:r>
              <a:rPr lang="pt-BR" dirty="0" err="1"/>
              <a:t>unTitulo</a:t>
            </a:r>
            <a:r>
              <a:rPr lang="pt-BR" dirty="0"/>
              <a:t> </a:t>
            </a:r>
            <a:r>
              <a:rPr lang="pt-BR" dirty="0" err="1"/>
              <a:t>todasobras</a:t>
            </a:r>
            <a:r>
              <a:rPr lang="pt-BR" dirty="0"/>
              <a:t>= </a:t>
            </a:r>
            <a:r>
              <a:rPr lang="pt-BR" dirty="0" err="1"/>
              <a:t>elem</a:t>
            </a:r>
            <a:r>
              <a:rPr lang="pt-BR" dirty="0"/>
              <a:t> </a:t>
            </a:r>
            <a:r>
              <a:rPr lang="pt-BR" dirty="0" err="1"/>
              <a:t>unTitulo</a:t>
            </a:r>
            <a:r>
              <a:rPr lang="pt-BR" dirty="0"/>
              <a:t> (</a:t>
            </a:r>
            <a:r>
              <a:rPr lang="pt-BR" dirty="0" err="1"/>
              <a:t>map</a:t>
            </a:r>
            <a:r>
              <a:rPr lang="pt-BR" dirty="0"/>
              <a:t> titulo </a:t>
            </a:r>
            <a:r>
              <a:rPr lang="pt-BR" dirty="0" err="1"/>
              <a:t>todasobras</a:t>
            </a:r>
            <a:r>
              <a:rPr lang="pt-BR" dirty="0" smtClean="0"/>
              <a:t>)</a:t>
            </a:r>
            <a:endParaRPr lang="es-AR" dirty="0" smtClean="0"/>
          </a:p>
          <a:p>
            <a:pPr marL="457200" lvl="1" indent="0">
              <a:buNone/>
            </a:pPr>
            <a:endParaRPr lang="es-AR" dirty="0" smtClean="0"/>
          </a:p>
          <a:p>
            <a:pPr marL="457200" lvl="1" indent="0">
              <a:buNone/>
            </a:pPr>
            <a:endParaRPr lang="es-A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077072"/>
            <a:ext cx="5300836" cy="2599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1086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AR" dirty="0" smtClean="0"/>
              <a:t>Paradigma de Programación Funcional</a:t>
            </a:r>
            <a:endParaRPr lang="es-AR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s-AR" sz="1600" dirty="0"/>
          </a:p>
          <a:p>
            <a:pPr marL="0" indent="0">
              <a:buNone/>
            </a:pPr>
            <a:endParaRPr lang="es-AR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65" y="1484785"/>
            <a:ext cx="7667625" cy="489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013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27434</TotalTime>
  <Words>487</Words>
  <Application>Microsoft Office PowerPoint</Application>
  <PresentationFormat>Presentación en pantalla (4:3)</PresentationFormat>
  <Paragraphs>97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Tema de Office</vt:lpstr>
      <vt:lpstr>Paradigmas de Programación</vt:lpstr>
      <vt:lpstr>Paradigmas de Programación</vt:lpstr>
      <vt:lpstr>Paradigmas de Programación</vt:lpstr>
      <vt:lpstr>Paradigmas de Programación</vt:lpstr>
      <vt:lpstr>Paradigmas de Programación</vt:lpstr>
      <vt:lpstr>Paradigmas de Programación Funcional</vt:lpstr>
      <vt:lpstr>Paradigmas de Programación Funcional</vt:lpstr>
      <vt:lpstr>Paradigmas de Programación Funcional</vt:lpstr>
      <vt:lpstr>Paradigmas de Programación Funcional</vt:lpstr>
      <vt:lpstr>Paradigmas de Programación Funcional</vt:lpstr>
      <vt:lpstr>Paradigma de Programación Funcional</vt:lpstr>
    </vt:vector>
  </TitlesOfParts>
  <Company>ARG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Paradigmas de Programación</dc:title>
  <dc:creator>ARG</dc:creator>
  <cp:lastModifiedBy>ARG</cp:lastModifiedBy>
  <cp:revision>162</cp:revision>
  <dcterms:created xsi:type="dcterms:W3CDTF">2024-03-08T18:13:29Z</dcterms:created>
  <dcterms:modified xsi:type="dcterms:W3CDTF">2024-05-08T19:32:14Z</dcterms:modified>
</cp:coreProperties>
</file>