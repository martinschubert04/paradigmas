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4" r:id="rId3"/>
    <p:sldId id="294" r:id="rId4"/>
    <p:sldId id="295" r:id="rId5"/>
    <p:sldId id="298" r:id="rId6"/>
    <p:sldId id="297" r:id="rId7"/>
    <p:sldId id="299" r:id="rId8"/>
    <p:sldId id="300" r:id="rId9"/>
    <p:sldId id="315" r:id="rId10"/>
    <p:sldId id="311" r:id="rId11"/>
    <p:sldId id="312" r:id="rId12"/>
    <p:sldId id="306" r:id="rId13"/>
    <p:sldId id="307" r:id="rId14"/>
    <p:sldId id="308" r:id="rId15"/>
    <p:sldId id="309" r:id="rId16"/>
    <p:sldId id="310" r:id="rId17"/>
    <p:sldId id="316" r:id="rId18"/>
    <p:sldId id="317" r:id="rId19"/>
    <p:sldId id="313" r:id="rId20"/>
    <p:sldId id="301" r:id="rId21"/>
    <p:sldId id="302" r:id="rId2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26/03/2024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8759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Resumen:</a:t>
            </a:r>
          </a:p>
          <a:p>
            <a:pPr lvl="1"/>
            <a:r>
              <a:rPr lang="es-AR" dirty="0" smtClean="0"/>
              <a:t>Definición e implicancias de Funciones y Programa</a:t>
            </a:r>
          </a:p>
          <a:p>
            <a:pPr lvl="1"/>
            <a:r>
              <a:rPr lang="es-AR" dirty="0" smtClean="0"/>
              <a:t>Transparencia Referencial</a:t>
            </a:r>
          </a:p>
          <a:p>
            <a:pPr lvl="1"/>
            <a:r>
              <a:rPr lang="es-AR" dirty="0" smtClean="0"/>
              <a:t>Sintaxis básica de definición y consulta de funciones</a:t>
            </a:r>
          </a:p>
          <a:p>
            <a:pPr lvl="1"/>
            <a:r>
              <a:rPr lang="es-AR" dirty="0" err="1" smtClean="0"/>
              <a:t>Pattern</a:t>
            </a:r>
            <a:r>
              <a:rPr lang="es-AR" dirty="0" smtClean="0"/>
              <a:t> </a:t>
            </a:r>
            <a:r>
              <a:rPr lang="es-AR" dirty="0" err="1" smtClean="0"/>
              <a:t>Matching</a:t>
            </a:r>
            <a:endParaRPr lang="es-AR" dirty="0" smtClean="0"/>
          </a:p>
          <a:p>
            <a:pPr lvl="1"/>
            <a:r>
              <a:rPr lang="es-AR" dirty="0" err="1" smtClean="0"/>
              <a:t>Tipado</a:t>
            </a:r>
            <a:r>
              <a:rPr lang="es-AR" dirty="0" smtClean="0"/>
              <a:t>, Inferencia y Variables de Tipo</a:t>
            </a:r>
          </a:p>
          <a:p>
            <a:pPr lvl="1"/>
            <a:r>
              <a:rPr lang="es-AR" dirty="0" err="1" smtClean="0"/>
              <a:t>Type</a:t>
            </a:r>
            <a:r>
              <a:rPr lang="es-AR" dirty="0" smtClean="0"/>
              <a:t> </a:t>
            </a:r>
            <a:r>
              <a:rPr lang="es-AR" dirty="0" err="1" smtClean="0"/>
              <a:t>Classes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00855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Funcional - </a:t>
            </a:r>
            <a:r>
              <a:rPr lang="es-AR" dirty="0" err="1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Precedencia</a:t>
            </a:r>
            <a:r>
              <a:rPr lang="en-US" dirty="0" smtClean="0"/>
              <a:t> de </a:t>
            </a:r>
            <a:r>
              <a:rPr lang="en-US" dirty="0" err="1" smtClean="0"/>
              <a:t>operadores</a:t>
            </a:r>
            <a:endParaRPr lang="en-US" dirty="0" smtClean="0"/>
          </a:p>
          <a:p>
            <a:pPr lvl="1"/>
            <a:r>
              <a:rPr lang="en-US" dirty="0" smtClean="0"/>
              <a:t>Las </a:t>
            </a:r>
            <a:r>
              <a:rPr lang="en-US" dirty="0" err="1" smtClean="0"/>
              <a:t>funciones</a:t>
            </a:r>
            <a:r>
              <a:rPr lang="en-US" dirty="0" smtClean="0"/>
              <a:t> </a:t>
            </a:r>
            <a:r>
              <a:rPr lang="en-US" dirty="0" err="1" smtClean="0"/>
              <a:t>prefijas</a:t>
            </a:r>
            <a:r>
              <a:rPr lang="en-US" dirty="0" smtClean="0"/>
              <a:t> </a:t>
            </a:r>
            <a:r>
              <a:rPr lang="en-US" dirty="0" err="1" smtClean="0"/>
              <a:t>tienen</a:t>
            </a:r>
            <a:r>
              <a:rPr lang="en-US" dirty="0" smtClean="0"/>
              <a:t> mas </a:t>
            </a:r>
            <a:r>
              <a:rPr lang="en-US" dirty="0" err="1" smtClean="0"/>
              <a:t>precedencia</a:t>
            </a:r>
            <a:r>
              <a:rPr lang="en-US" dirty="0" smtClean="0"/>
              <a:t> que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operadores</a:t>
            </a:r>
            <a:r>
              <a:rPr lang="en-US" dirty="0" smtClean="0"/>
              <a:t> o </a:t>
            </a:r>
            <a:r>
              <a:rPr lang="en-US" dirty="0" err="1" smtClean="0"/>
              <a:t>funciones</a:t>
            </a:r>
            <a:r>
              <a:rPr lang="en-US" dirty="0" smtClean="0"/>
              <a:t> </a:t>
            </a:r>
            <a:r>
              <a:rPr lang="en-US" dirty="0" err="1" smtClean="0"/>
              <a:t>infijas</a:t>
            </a:r>
            <a:r>
              <a:rPr lang="en-US" dirty="0" smtClean="0"/>
              <a:t>.</a:t>
            </a:r>
          </a:p>
          <a:p>
            <a:pPr lvl="1"/>
            <a:r>
              <a:rPr lang="en-US" dirty="0" err="1" smtClean="0"/>
              <a:t>Uso</a:t>
            </a:r>
            <a:r>
              <a:rPr lang="en-US" dirty="0" smtClean="0"/>
              <a:t> de </a:t>
            </a:r>
            <a:r>
              <a:rPr lang="en-US" dirty="0" err="1" smtClean="0"/>
              <a:t>paréntesis</a:t>
            </a:r>
            <a:endParaRPr lang="en-US" dirty="0" smtClean="0"/>
          </a:p>
          <a:p>
            <a:pPr lvl="2"/>
            <a:r>
              <a:rPr lang="en-US" dirty="0" smtClean="0"/>
              <a:t>Even length “</a:t>
            </a:r>
            <a:r>
              <a:rPr lang="en-US" dirty="0" err="1" smtClean="0"/>
              <a:t>alfonsina</a:t>
            </a:r>
            <a:r>
              <a:rPr lang="en-US" dirty="0" smtClean="0"/>
              <a:t>”</a:t>
            </a:r>
          </a:p>
          <a:p>
            <a:pPr lvl="2"/>
            <a:r>
              <a:rPr lang="en-US" dirty="0" smtClean="0"/>
              <a:t>Length “mar” &gt; 10</a:t>
            </a:r>
          </a:p>
          <a:p>
            <a:pPr lvl="2"/>
            <a:r>
              <a:rPr lang="en-US" dirty="0" smtClean="0"/>
              <a:t>8 + 7 * 2</a:t>
            </a:r>
          </a:p>
          <a:p>
            <a:r>
              <a:rPr lang="en-US" dirty="0" err="1" smtClean="0"/>
              <a:t>Tipos</a:t>
            </a:r>
            <a:r>
              <a:rPr lang="en-US" dirty="0" smtClean="0"/>
              <a:t> </a:t>
            </a:r>
            <a:r>
              <a:rPr lang="en-US" dirty="0" err="1" smtClean="0"/>
              <a:t>nuevos</a:t>
            </a:r>
            <a:endParaRPr lang="en-US" dirty="0" smtClean="0"/>
          </a:p>
          <a:p>
            <a:pPr lvl="1"/>
            <a:r>
              <a:rPr lang="en-US" dirty="0" smtClean="0"/>
              <a:t>Type </a:t>
            </a:r>
            <a:r>
              <a:rPr lang="en-US" dirty="0" err="1" smtClean="0"/>
              <a:t>Dia</a:t>
            </a:r>
            <a:r>
              <a:rPr lang="en-US" dirty="0" smtClean="0"/>
              <a:t> = String</a:t>
            </a:r>
          </a:p>
          <a:p>
            <a:pPr lvl="1"/>
            <a:r>
              <a:rPr lang="en-US" dirty="0" smtClean="0"/>
              <a:t>Type Hora = </a:t>
            </a:r>
            <a:r>
              <a:rPr lang="en-US" dirty="0" err="1" smtClean="0"/>
              <a:t>Int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74393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Funcional - </a:t>
            </a:r>
            <a:r>
              <a:rPr lang="es-AR" dirty="0" err="1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Ejemplo</a:t>
            </a:r>
            <a:endParaRPr lang="en-US" dirty="0"/>
          </a:p>
          <a:p>
            <a:pPr lvl="1"/>
            <a:r>
              <a:rPr lang="en-US" dirty="0" smtClean="0"/>
              <a:t>Dado un </a:t>
            </a:r>
            <a:r>
              <a:rPr lang="en-US" dirty="0" err="1" smtClean="0"/>
              <a:t>día</a:t>
            </a:r>
            <a:r>
              <a:rPr lang="en-US" dirty="0" smtClean="0"/>
              <a:t> y un </a:t>
            </a:r>
            <a:r>
              <a:rPr lang="en-US" dirty="0" err="1" smtClean="0"/>
              <a:t>booleano</a:t>
            </a:r>
            <a:r>
              <a:rPr lang="en-US" dirty="0" smtClean="0"/>
              <a:t>  que </a:t>
            </a:r>
            <a:r>
              <a:rPr lang="en-US" dirty="0" err="1" smtClean="0"/>
              <a:t>indica</a:t>
            </a:r>
            <a:r>
              <a:rPr lang="en-US" dirty="0" smtClean="0"/>
              <a:t> </a:t>
            </a:r>
            <a:r>
              <a:rPr lang="en-US" dirty="0" err="1" smtClean="0"/>
              <a:t>si</a:t>
            </a:r>
            <a:r>
              <a:rPr lang="en-US" dirty="0" smtClean="0"/>
              <a:t>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feriado</a:t>
            </a:r>
            <a:r>
              <a:rPr lang="en-US" dirty="0" smtClean="0"/>
              <a:t> o no , se </a:t>
            </a:r>
            <a:r>
              <a:rPr lang="en-US" dirty="0" err="1" smtClean="0"/>
              <a:t>desea</a:t>
            </a:r>
            <a:r>
              <a:rPr lang="en-US" dirty="0" smtClean="0"/>
              <a:t> saber el </a:t>
            </a:r>
            <a:r>
              <a:rPr lang="en-US" dirty="0" err="1" smtClean="0"/>
              <a:t>horario</a:t>
            </a:r>
            <a:r>
              <a:rPr lang="en-US" dirty="0" smtClean="0"/>
              <a:t> de </a:t>
            </a:r>
            <a:r>
              <a:rPr lang="en-US" dirty="0" err="1" smtClean="0"/>
              <a:t>cierre</a:t>
            </a:r>
            <a:r>
              <a:rPr lang="en-US" dirty="0" smtClean="0"/>
              <a:t> del </a:t>
            </a:r>
            <a:r>
              <a:rPr lang="en-US" dirty="0" err="1" smtClean="0"/>
              <a:t>supermercado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Los </a:t>
            </a:r>
            <a:r>
              <a:rPr lang="en-US" dirty="0" err="1" smtClean="0"/>
              <a:t>domingos</a:t>
            </a:r>
            <a:r>
              <a:rPr lang="en-US" dirty="0" smtClean="0"/>
              <a:t> </a:t>
            </a:r>
            <a:r>
              <a:rPr lang="en-US" dirty="0" err="1" smtClean="0"/>
              <a:t>feriados</a:t>
            </a:r>
            <a:r>
              <a:rPr lang="en-US" dirty="0" smtClean="0"/>
              <a:t> </a:t>
            </a:r>
            <a:r>
              <a:rPr lang="en-US" dirty="0" err="1" smtClean="0"/>
              <a:t>cierra</a:t>
            </a:r>
            <a:r>
              <a:rPr lang="en-US" dirty="0" smtClean="0"/>
              <a:t> a las 13, y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sabados</a:t>
            </a:r>
            <a:r>
              <a:rPr lang="en-US" dirty="0" smtClean="0"/>
              <a:t> no </a:t>
            </a:r>
            <a:r>
              <a:rPr lang="en-US" dirty="0" err="1" smtClean="0"/>
              <a:t>feriado</a:t>
            </a:r>
            <a:r>
              <a:rPr lang="en-US" dirty="0" smtClean="0"/>
              <a:t> </a:t>
            </a:r>
            <a:r>
              <a:rPr lang="en-US" dirty="0" err="1" smtClean="0"/>
              <a:t>cierra</a:t>
            </a:r>
            <a:r>
              <a:rPr lang="en-US" dirty="0" smtClean="0"/>
              <a:t> a las 21</a:t>
            </a:r>
          </a:p>
          <a:p>
            <a:pPr lvl="2"/>
            <a:r>
              <a:rPr lang="en-US" dirty="0" smtClean="0"/>
              <a:t>El resto de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feriados</a:t>
            </a:r>
            <a:r>
              <a:rPr lang="en-US" dirty="0" smtClean="0"/>
              <a:t> </a:t>
            </a:r>
            <a:r>
              <a:rPr lang="en-US" dirty="0" err="1" smtClean="0"/>
              <a:t>cierra</a:t>
            </a:r>
            <a:r>
              <a:rPr lang="en-US" dirty="0" smtClean="0"/>
              <a:t> a las 20, y el resto de </a:t>
            </a:r>
            <a:r>
              <a:rPr lang="en-US" dirty="0" err="1" smtClean="0"/>
              <a:t>los</a:t>
            </a:r>
            <a:r>
              <a:rPr lang="en-US" dirty="0" smtClean="0"/>
              <a:t> </a:t>
            </a:r>
            <a:r>
              <a:rPr lang="en-US" dirty="0" err="1" smtClean="0"/>
              <a:t>días</a:t>
            </a:r>
            <a:r>
              <a:rPr lang="en-US" dirty="0" smtClean="0"/>
              <a:t> </a:t>
            </a:r>
            <a:r>
              <a:rPr lang="en-US" dirty="0" err="1" smtClean="0"/>
              <a:t>cierra</a:t>
            </a:r>
            <a:r>
              <a:rPr lang="en-US" dirty="0" smtClean="0"/>
              <a:t> a las 12 + la </a:t>
            </a:r>
            <a:r>
              <a:rPr lang="en-US" dirty="0" err="1" smtClean="0"/>
              <a:t>cantidad</a:t>
            </a:r>
            <a:r>
              <a:rPr lang="en-US" dirty="0" smtClean="0"/>
              <a:t> de </a:t>
            </a:r>
            <a:r>
              <a:rPr lang="en-US" dirty="0" err="1" smtClean="0"/>
              <a:t>letras</a:t>
            </a:r>
            <a:r>
              <a:rPr lang="en-US" dirty="0" smtClean="0"/>
              <a:t> del </a:t>
            </a:r>
            <a:r>
              <a:rPr lang="en-US" dirty="0" err="1" smtClean="0"/>
              <a:t>día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41796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Funcional - </a:t>
            </a:r>
            <a:r>
              <a:rPr lang="es-AR" dirty="0" err="1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 smtClean="0"/>
              <a:t>Otro</a:t>
            </a:r>
            <a:r>
              <a:rPr lang="en-US" dirty="0" smtClean="0"/>
              <a:t> </a:t>
            </a:r>
            <a:r>
              <a:rPr lang="en-US" dirty="0" err="1" smtClean="0"/>
              <a:t>Ejemplo</a:t>
            </a:r>
            <a:endParaRPr lang="en-US" dirty="0" smtClean="0"/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Conjuncion</a:t>
            </a:r>
            <a:r>
              <a:rPr lang="en-US" dirty="0" smtClean="0">
                <a:sym typeface="Wingdings" panose="05000000000000000000" pitchFamily="2" charset="2"/>
              </a:rPr>
              <a:t> :: Bool -&gt; Bool -&gt; Bool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Conjuncion</a:t>
            </a:r>
            <a:r>
              <a:rPr lang="en-US" dirty="0" smtClean="0">
                <a:sym typeface="Wingdings" panose="05000000000000000000" pitchFamily="2" charset="2"/>
              </a:rPr>
              <a:t> True </a:t>
            </a:r>
            <a:r>
              <a:rPr lang="en-US" dirty="0" err="1" smtClean="0">
                <a:sym typeface="Wingdings" panose="05000000000000000000" pitchFamily="2" charset="2"/>
              </a:rPr>
              <a:t>True</a:t>
            </a:r>
            <a:r>
              <a:rPr lang="en-US" dirty="0" smtClean="0">
                <a:sym typeface="Wingdings" panose="05000000000000000000" pitchFamily="2" charset="2"/>
              </a:rPr>
              <a:t> -&gt; True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True False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-&gt; False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False </a:t>
            </a:r>
            <a:r>
              <a:rPr lang="en-US" dirty="0" err="1" smtClean="0">
                <a:sym typeface="Wingdings" panose="05000000000000000000" pitchFamily="2" charset="2"/>
              </a:rPr>
              <a:t>False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-&gt; False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False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>
                <a:sym typeface="Wingdings" panose="05000000000000000000" pitchFamily="2" charset="2"/>
              </a:rPr>
              <a:t>True -&gt; False</a:t>
            </a:r>
          </a:p>
          <a:p>
            <a:r>
              <a:rPr lang="en-US" dirty="0" err="1" smtClean="0">
                <a:sym typeface="Wingdings" panose="05000000000000000000" pitchFamily="2" charset="2"/>
              </a:rPr>
              <a:t>Usando</a:t>
            </a:r>
            <a:r>
              <a:rPr lang="en-US" dirty="0" smtClean="0">
                <a:sym typeface="Wingdings" panose="05000000000000000000" pitchFamily="2" charset="2"/>
              </a:rPr>
              <a:t> variable </a:t>
            </a:r>
            <a:r>
              <a:rPr lang="en-US" dirty="0" err="1" smtClean="0">
                <a:sym typeface="Wingdings" panose="05000000000000000000" pitchFamily="2" charset="2"/>
              </a:rPr>
              <a:t>anónima</a:t>
            </a:r>
            <a:r>
              <a:rPr lang="en-US" dirty="0" smtClean="0">
                <a:sym typeface="Wingdings" panose="05000000000000000000" pitchFamily="2" charset="2"/>
              </a:rPr>
              <a:t> (</a:t>
            </a:r>
            <a:r>
              <a:rPr lang="en-US" dirty="0" err="1" smtClean="0">
                <a:sym typeface="Wingdings" panose="05000000000000000000" pitchFamily="2" charset="2"/>
              </a:rPr>
              <a:t>Ojo</a:t>
            </a:r>
            <a:r>
              <a:rPr lang="en-US" dirty="0" smtClean="0">
                <a:sym typeface="Wingdings" panose="05000000000000000000" pitchFamily="2" charset="2"/>
              </a:rPr>
              <a:t> con el </a:t>
            </a:r>
            <a:r>
              <a:rPr lang="en-US" dirty="0" err="1" smtClean="0">
                <a:sym typeface="Wingdings" panose="05000000000000000000" pitchFamily="2" charset="2"/>
              </a:rPr>
              <a:t>orden</a:t>
            </a:r>
            <a:r>
              <a:rPr lang="en-US" dirty="0" smtClean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:: Bool -&gt; Bool -&gt; Bool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Conjuncion</a:t>
            </a:r>
            <a:r>
              <a:rPr lang="en-US" dirty="0">
                <a:sym typeface="Wingdings" panose="05000000000000000000" pitchFamily="2" charset="2"/>
              </a:rPr>
              <a:t> True </a:t>
            </a:r>
            <a:r>
              <a:rPr lang="en-US" dirty="0" err="1">
                <a:sym typeface="Wingdings" panose="05000000000000000000" pitchFamily="2" charset="2"/>
              </a:rPr>
              <a:t>True</a:t>
            </a:r>
            <a:r>
              <a:rPr lang="en-US" dirty="0">
                <a:sym typeface="Wingdings" panose="05000000000000000000" pitchFamily="2" charset="2"/>
              </a:rPr>
              <a:t> -&gt; True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Conjuncion</a:t>
            </a:r>
            <a:r>
              <a:rPr lang="en-US" dirty="0" smtClean="0">
                <a:sym typeface="Wingdings" panose="05000000000000000000" pitchFamily="2" charset="2"/>
              </a:rPr>
              <a:t> _  _ = False</a:t>
            </a:r>
          </a:p>
          <a:p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13819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Funcional - </a:t>
            </a:r>
            <a:r>
              <a:rPr lang="es-AR" dirty="0" err="1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Función</a:t>
            </a:r>
            <a:r>
              <a:rPr lang="en-US" dirty="0" smtClean="0"/>
              <a:t> </a:t>
            </a:r>
            <a:r>
              <a:rPr lang="en-US" dirty="0" err="1" smtClean="0"/>
              <a:t>Parcial</a:t>
            </a:r>
            <a:endParaRPr lang="en-US" dirty="0" smtClean="0"/>
          </a:p>
          <a:p>
            <a:pPr lvl="1"/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definida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parte del </a:t>
            </a:r>
            <a:r>
              <a:rPr lang="en-US" dirty="0" err="1" smtClean="0"/>
              <a:t>dominio</a:t>
            </a:r>
            <a:r>
              <a:rPr lang="en-US" dirty="0" smtClean="0"/>
              <a:t> y no </a:t>
            </a:r>
            <a:r>
              <a:rPr lang="en-US" dirty="0" err="1" smtClean="0"/>
              <a:t>tiene</a:t>
            </a:r>
            <a:r>
              <a:rPr lang="en-US" dirty="0" smtClean="0"/>
              <a:t> </a:t>
            </a:r>
            <a:r>
              <a:rPr lang="en-US" dirty="0" err="1" smtClean="0"/>
              <a:t>valores</a:t>
            </a:r>
            <a:r>
              <a:rPr lang="en-US" dirty="0" smtClean="0"/>
              <a:t> </a:t>
            </a:r>
            <a:r>
              <a:rPr lang="en-US" dirty="0" err="1" smtClean="0"/>
              <a:t>asociados</a:t>
            </a:r>
            <a:r>
              <a:rPr lang="en-US" dirty="0" smtClean="0"/>
              <a:t> para </a:t>
            </a:r>
            <a:r>
              <a:rPr lang="en-US" dirty="0" err="1" smtClean="0"/>
              <a:t>elementos</a:t>
            </a:r>
            <a:r>
              <a:rPr lang="en-US" dirty="0" smtClean="0"/>
              <a:t> </a:t>
            </a:r>
            <a:r>
              <a:rPr lang="en-US" dirty="0" err="1" smtClean="0"/>
              <a:t>fuera</a:t>
            </a:r>
            <a:r>
              <a:rPr lang="en-US" dirty="0" smtClean="0"/>
              <a:t> de </a:t>
            </a:r>
            <a:r>
              <a:rPr lang="en-US" dirty="0" err="1" smtClean="0"/>
              <a:t>dicha</a:t>
            </a:r>
            <a:r>
              <a:rPr lang="en-US" dirty="0" smtClean="0"/>
              <a:t> parte</a:t>
            </a:r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 :: </a:t>
            </a:r>
            <a:r>
              <a:rPr lang="en-US" dirty="0" err="1" smtClean="0"/>
              <a:t>Int</a:t>
            </a:r>
            <a:r>
              <a:rPr lang="en-US" dirty="0" smtClean="0"/>
              <a:t> -&gt; String</a:t>
            </a:r>
            <a:endParaRPr lang="en-US" dirty="0"/>
          </a:p>
          <a:p>
            <a:pPr lvl="2"/>
            <a:r>
              <a:rPr lang="en-US" dirty="0" err="1" smtClean="0"/>
              <a:t>diaDeSemana</a:t>
            </a:r>
            <a:r>
              <a:rPr lang="en-US" dirty="0" smtClean="0"/>
              <a:t> 1 = “Lunes”</a:t>
            </a:r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2 </a:t>
            </a:r>
            <a:r>
              <a:rPr lang="en-US" dirty="0"/>
              <a:t>= </a:t>
            </a:r>
            <a:r>
              <a:rPr lang="en-US" dirty="0" smtClean="0"/>
              <a:t>“</a:t>
            </a:r>
            <a:r>
              <a:rPr lang="en-US" dirty="0" err="1" smtClean="0"/>
              <a:t>Martes</a:t>
            </a:r>
            <a:r>
              <a:rPr lang="en-US" dirty="0" smtClean="0"/>
              <a:t>”</a:t>
            </a:r>
            <a:endParaRPr lang="en-US" dirty="0"/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3 </a:t>
            </a:r>
            <a:r>
              <a:rPr lang="en-US" dirty="0"/>
              <a:t>= </a:t>
            </a:r>
            <a:r>
              <a:rPr lang="en-US" dirty="0" smtClean="0"/>
              <a:t>“</a:t>
            </a:r>
            <a:r>
              <a:rPr lang="en-US" dirty="0" err="1" smtClean="0"/>
              <a:t>Miercoles</a:t>
            </a:r>
            <a:r>
              <a:rPr lang="en-US" dirty="0" smtClean="0"/>
              <a:t>”</a:t>
            </a:r>
            <a:endParaRPr lang="en-US" dirty="0"/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4 </a:t>
            </a:r>
            <a:r>
              <a:rPr lang="en-US" dirty="0"/>
              <a:t>= </a:t>
            </a:r>
            <a:r>
              <a:rPr lang="en-US" dirty="0" smtClean="0"/>
              <a:t>“</a:t>
            </a:r>
            <a:r>
              <a:rPr lang="en-US" dirty="0" err="1" smtClean="0"/>
              <a:t>Jueves</a:t>
            </a:r>
            <a:r>
              <a:rPr lang="en-US" dirty="0" smtClean="0"/>
              <a:t>”</a:t>
            </a:r>
            <a:endParaRPr lang="en-US" dirty="0"/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5 </a:t>
            </a:r>
            <a:r>
              <a:rPr lang="en-US" dirty="0"/>
              <a:t>= </a:t>
            </a:r>
            <a:r>
              <a:rPr lang="en-US" dirty="0" smtClean="0"/>
              <a:t>“Viernes”</a:t>
            </a:r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6 </a:t>
            </a:r>
            <a:r>
              <a:rPr lang="en-US" dirty="0"/>
              <a:t>= </a:t>
            </a:r>
            <a:r>
              <a:rPr lang="en-US" dirty="0" smtClean="0"/>
              <a:t>“</a:t>
            </a:r>
            <a:r>
              <a:rPr lang="en-US" dirty="0" err="1" smtClean="0"/>
              <a:t>Sabados</a:t>
            </a:r>
            <a:r>
              <a:rPr lang="en-US" dirty="0" smtClean="0"/>
              <a:t>”</a:t>
            </a:r>
            <a:endParaRPr lang="en-US" dirty="0"/>
          </a:p>
          <a:p>
            <a:pPr lvl="2"/>
            <a:r>
              <a:rPr lang="en-US" dirty="0" err="1"/>
              <a:t>diaDeSemana</a:t>
            </a:r>
            <a:r>
              <a:rPr lang="en-US" dirty="0"/>
              <a:t> </a:t>
            </a:r>
            <a:r>
              <a:rPr lang="en-US" dirty="0" smtClean="0"/>
              <a:t>7 </a:t>
            </a:r>
            <a:r>
              <a:rPr lang="en-US" dirty="0"/>
              <a:t>= </a:t>
            </a:r>
            <a:r>
              <a:rPr lang="en-US" dirty="0" smtClean="0"/>
              <a:t>“</a:t>
            </a:r>
            <a:r>
              <a:rPr lang="en-US" dirty="0" err="1" smtClean="0"/>
              <a:t>Domingos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Si se </a:t>
            </a:r>
            <a:r>
              <a:rPr lang="en-US" dirty="0" err="1" smtClean="0"/>
              <a:t>usa</a:t>
            </a:r>
            <a:r>
              <a:rPr lang="en-US" dirty="0" smtClean="0"/>
              <a:t> </a:t>
            </a:r>
            <a:r>
              <a:rPr lang="en-US" dirty="0" err="1" smtClean="0"/>
              <a:t>diaDeSemana</a:t>
            </a:r>
            <a:r>
              <a:rPr lang="en-US" dirty="0" smtClean="0"/>
              <a:t> 8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2773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Funcional - </a:t>
            </a:r>
            <a:r>
              <a:rPr lang="es-AR" dirty="0" err="1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 smtClean="0"/>
              <a:t>Función</a:t>
            </a:r>
            <a:r>
              <a:rPr lang="en-US" dirty="0" smtClean="0"/>
              <a:t> </a:t>
            </a:r>
            <a:r>
              <a:rPr lang="en-US" dirty="0" err="1" smtClean="0"/>
              <a:t>Partida</a:t>
            </a:r>
            <a:r>
              <a:rPr lang="en-US" dirty="0" smtClean="0"/>
              <a:t> o con </a:t>
            </a:r>
            <a:r>
              <a:rPr lang="en-US" dirty="0" err="1" smtClean="0"/>
              <a:t>Guardas</a:t>
            </a:r>
            <a:endParaRPr lang="en-US" dirty="0" smtClean="0"/>
          </a:p>
          <a:p>
            <a:pPr lvl="2"/>
            <a:r>
              <a:rPr lang="en-US" dirty="0"/>
              <a:t>f</a:t>
            </a:r>
            <a:r>
              <a:rPr lang="en-US" dirty="0" smtClean="0"/>
              <a:t> :: </a:t>
            </a:r>
            <a:r>
              <a:rPr lang="en-US" dirty="0" err="1" smtClean="0"/>
              <a:t>Int</a:t>
            </a:r>
            <a:r>
              <a:rPr lang="en-US" dirty="0" smtClean="0"/>
              <a:t> -&gt;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2"/>
            <a:r>
              <a:rPr lang="en-US" dirty="0"/>
              <a:t>f</a:t>
            </a:r>
            <a:r>
              <a:rPr lang="en-US" dirty="0" smtClean="0"/>
              <a:t> x</a:t>
            </a:r>
          </a:p>
          <a:p>
            <a:pPr marL="914400" lvl="2" indent="0">
              <a:buNone/>
            </a:pPr>
            <a:r>
              <a:rPr lang="en-US" dirty="0" smtClean="0"/>
              <a:t>         | x &lt; -1                            = -1</a:t>
            </a:r>
          </a:p>
          <a:p>
            <a:pPr marL="914400" lvl="2" indent="0">
              <a:buNone/>
            </a:pPr>
            <a:r>
              <a:rPr lang="en-US" dirty="0" smtClean="0"/>
              <a:t>         | -1 &lt;= x &amp;&amp; x &lt;= 1       = 1</a:t>
            </a:r>
          </a:p>
          <a:p>
            <a:pPr marL="914400" lvl="2" indent="0">
              <a:buNone/>
            </a:pPr>
            <a:r>
              <a:rPr lang="en-US" dirty="0"/>
              <a:t> </a:t>
            </a:r>
            <a:r>
              <a:rPr lang="en-US" dirty="0" smtClean="0"/>
              <a:t>        | x &gt; 1                              =  -1</a:t>
            </a:r>
          </a:p>
          <a:p>
            <a:pPr lvl="1"/>
            <a:r>
              <a:rPr lang="en-US" dirty="0" err="1" smtClean="0"/>
              <a:t>Dejar</a:t>
            </a:r>
            <a:r>
              <a:rPr lang="en-US" dirty="0" smtClean="0"/>
              <a:t> </a:t>
            </a:r>
            <a:r>
              <a:rPr lang="en-US" dirty="0" err="1" smtClean="0"/>
              <a:t>espacio</a:t>
            </a:r>
            <a:r>
              <a:rPr lang="en-US" dirty="0" smtClean="0"/>
              <a:t> </a:t>
            </a:r>
            <a:r>
              <a:rPr lang="en-US" dirty="0" err="1" smtClean="0"/>
              <a:t>delante</a:t>
            </a:r>
            <a:r>
              <a:rPr lang="en-US" dirty="0" smtClean="0"/>
              <a:t> de la </a:t>
            </a:r>
            <a:r>
              <a:rPr lang="en-US" dirty="0" err="1" smtClean="0"/>
              <a:t>guarda</a:t>
            </a:r>
            <a:endParaRPr lang="en-US" dirty="0" smtClean="0"/>
          </a:p>
          <a:p>
            <a:pPr lvl="1"/>
            <a:r>
              <a:rPr lang="en-US" dirty="0" err="1" smtClean="0"/>
              <a:t>Sigue</a:t>
            </a:r>
            <a:r>
              <a:rPr lang="en-US" dirty="0" smtClean="0"/>
              <a:t>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condición</a:t>
            </a:r>
            <a:r>
              <a:rPr lang="en-US" dirty="0" smtClean="0"/>
              <a:t> o 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expresión</a:t>
            </a:r>
            <a:r>
              <a:rPr lang="en-US" dirty="0" smtClean="0"/>
              <a:t> que </a:t>
            </a:r>
            <a:r>
              <a:rPr lang="en-US" dirty="0" err="1" smtClean="0"/>
              <a:t>pueda</a:t>
            </a:r>
            <a:r>
              <a:rPr lang="en-US" dirty="0" smtClean="0"/>
              <a:t> </a:t>
            </a:r>
            <a:r>
              <a:rPr lang="en-US" dirty="0" err="1" smtClean="0"/>
              <a:t>reducirse</a:t>
            </a:r>
            <a:r>
              <a:rPr lang="en-US" dirty="0" smtClean="0"/>
              <a:t> a un Bool</a:t>
            </a:r>
          </a:p>
          <a:p>
            <a:pPr lvl="1"/>
            <a:r>
              <a:rPr lang="en-US" dirty="0" smtClean="0"/>
              <a:t>Se </a:t>
            </a:r>
            <a:r>
              <a:rPr lang="en-US" dirty="0" err="1" smtClean="0"/>
              <a:t>puede</a:t>
            </a:r>
            <a:r>
              <a:rPr lang="en-US" dirty="0" smtClean="0"/>
              <a:t> </a:t>
            </a:r>
            <a:r>
              <a:rPr lang="en-US" dirty="0" err="1" smtClean="0"/>
              <a:t>usar</a:t>
            </a:r>
            <a:r>
              <a:rPr lang="en-US" dirty="0" smtClean="0"/>
              <a:t> </a:t>
            </a:r>
          </a:p>
          <a:p>
            <a:pPr lvl="2"/>
            <a:r>
              <a:rPr lang="en-US" dirty="0"/>
              <a:t> </a:t>
            </a:r>
            <a:r>
              <a:rPr lang="en-US" dirty="0" smtClean="0"/>
              <a:t>    | otherwise                    = -1</a:t>
            </a:r>
          </a:p>
          <a:p>
            <a:r>
              <a:rPr lang="en-US" dirty="0" err="1" smtClean="0"/>
              <a:t>Guarda</a:t>
            </a:r>
            <a:r>
              <a:rPr lang="en-US" dirty="0" smtClean="0"/>
              <a:t> vs Pattern Matching</a:t>
            </a:r>
          </a:p>
          <a:p>
            <a:pPr lvl="1"/>
            <a:r>
              <a:rPr lang="en-US" dirty="0" err="1" smtClean="0"/>
              <a:t>Definición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extensión</a:t>
            </a:r>
            <a:r>
              <a:rPr lang="en-US" dirty="0" smtClean="0"/>
              <a:t> o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condición</a:t>
            </a:r>
            <a:endParaRPr lang="en-US" dirty="0" smtClean="0"/>
          </a:p>
          <a:p>
            <a:r>
              <a:rPr lang="en-US" dirty="0" err="1" smtClean="0"/>
              <a:t>Generar</a:t>
            </a:r>
            <a:r>
              <a:rPr lang="en-US" dirty="0" smtClean="0"/>
              <a:t> la </a:t>
            </a:r>
            <a:r>
              <a:rPr lang="en-US" dirty="0" err="1" smtClean="0"/>
              <a:t>misma</a:t>
            </a:r>
            <a:r>
              <a:rPr lang="en-US" dirty="0" smtClean="0"/>
              <a:t> </a:t>
            </a:r>
            <a:r>
              <a:rPr lang="en-US" dirty="0" err="1" smtClean="0"/>
              <a:t>función</a:t>
            </a:r>
            <a:r>
              <a:rPr lang="en-US" dirty="0" smtClean="0"/>
              <a:t> </a:t>
            </a:r>
            <a:r>
              <a:rPr lang="en-US" dirty="0" err="1" smtClean="0"/>
              <a:t>definida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dos </a:t>
            </a:r>
            <a:r>
              <a:rPr lang="en-US" dirty="0" err="1" smtClean="0"/>
              <a:t>líneas</a:t>
            </a:r>
            <a:endParaRPr lang="en-US" dirty="0" smtClean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37707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Paradigma Funcional - </a:t>
            </a:r>
            <a:r>
              <a:rPr lang="es-AR" dirty="0" err="1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Función</a:t>
            </a:r>
            <a:r>
              <a:rPr lang="en-US" dirty="0" smtClean="0"/>
              <a:t> con </a:t>
            </a:r>
            <a:r>
              <a:rPr lang="en-US" dirty="0" err="1" smtClean="0"/>
              <a:t>Guardas</a:t>
            </a:r>
            <a:r>
              <a:rPr lang="en-US" dirty="0" smtClean="0"/>
              <a:t> para </a:t>
            </a:r>
            <a:r>
              <a:rPr lang="en-US" dirty="0" err="1" smtClean="0"/>
              <a:t>excluir</a:t>
            </a:r>
            <a:r>
              <a:rPr lang="en-US" dirty="0" smtClean="0"/>
              <a:t> del </a:t>
            </a:r>
            <a:r>
              <a:rPr lang="en-US" dirty="0" err="1" smtClean="0"/>
              <a:t>dominio</a:t>
            </a:r>
            <a:endParaRPr lang="en-US" dirty="0" smtClean="0"/>
          </a:p>
          <a:p>
            <a:pPr lvl="2"/>
            <a:r>
              <a:rPr lang="en-US" dirty="0" err="1" smtClean="0"/>
              <a:t>Dividir</a:t>
            </a:r>
            <a:r>
              <a:rPr lang="en-US" dirty="0" smtClean="0"/>
              <a:t> :: </a:t>
            </a:r>
            <a:r>
              <a:rPr lang="en-US" dirty="0" err="1" smtClean="0"/>
              <a:t>Int</a:t>
            </a:r>
            <a:r>
              <a:rPr lang="en-US" dirty="0" smtClean="0"/>
              <a:t> -&gt; </a:t>
            </a:r>
            <a:r>
              <a:rPr lang="en-US" dirty="0" err="1" smtClean="0"/>
              <a:t>Int</a:t>
            </a:r>
            <a:r>
              <a:rPr lang="en-US" dirty="0" smtClean="0"/>
              <a:t> -&gt;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2"/>
            <a:r>
              <a:rPr lang="en-US" dirty="0" err="1" smtClean="0"/>
              <a:t>Dividir</a:t>
            </a:r>
            <a:r>
              <a:rPr lang="en-US" dirty="0" smtClean="0"/>
              <a:t>  </a:t>
            </a:r>
            <a:r>
              <a:rPr lang="en-US" dirty="0" err="1" smtClean="0"/>
              <a:t>dividendo</a:t>
            </a:r>
            <a:r>
              <a:rPr lang="en-US" dirty="0" smtClean="0"/>
              <a:t>   divisor</a:t>
            </a:r>
          </a:p>
          <a:p>
            <a:pPr marL="914400" lvl="2" indent="0">
              <a:buNone/>
            </a:pPr>
            <a:r>
              <a:rPr lang="en-US" dirty="0" smtClean="0"/>
              <a:t>         | divisor /=  </a:t>
            </a:r>
            <a:r>
              <a:rPr lang="en-US" dirty="0"/>
              <a:t>0</a:t>
            </a:r>
            <a:r>
              <a:rPr lang="en-US" dirty="0" smtClean="0"/>
              <a:t>         =  div </a:t>
            </a:r>
            <a:r>
              <a:rPr lang="en-US" dirty="0" err="1" smtClean="0"/>
              <a:t>dividendo</a:t>
            </a:r>
            <a:r>
              <a:rPr lang="en-US" dirty="0" smtClean="0"/>
              <a:t> divisor</a:t>
            </a:r>
            <a:endParaRPr lang="en-US" dirty="0"/>
          </a:p>
          <a:p>
            <a:r>
              <a:rPr lang="en-US" dirty="0" err="1" smtClean="0"/>
              <a:t>Función</a:t>
            </a:r>
            <a:r>
              <a:rPr lang="en-US" dirty="0" smtClean="0"/>
              <a:t> Fibonacci sin </a:t>
            </a:r>
            <a:r>
              <a:rPr lang="en-US" dirty="0" err="1" smtClean="0"/>
              <a:t>negativos</a:t>
            </a:r>
            <a:endParaRPr lang="en-US" dirty="0" smtClean="0"/>
          </a:p>
          <a:p>
            <a:pPr lvl="2"/>
            <a:r>
              <a:rPr lang="en-US" dirty="0" smtClean="0"/>
              <a:t>Factorial :: </a:t>
            </a:r>
            <a:r>
              <a:rPr lang="en-US" dirty="0" err="1" smtClean="0"/>
              <a:t>Int</a:t>
            </a:r>
            <a:r>
              <a:rPr lang="en-US" dirty="0" smtClean="0"/>
              <a:t> -&gt; </a:t>
            </a:r>
            <a:r>
              <a:rPr lang="en-US" dirty="0" err="1" smtClean="0"/>
              <a:t>Int</a:t>
            </a:r>
            <a:endParaRPr lang="en-US" dirty="0" smtClean="0"/>
          </a:p>
          <a:p>
            <a:pPr lvl="2"/>
            <a:r>
              <a:rPr lang="en-US" dirty="0" smtClean="0"/>
              <a:t>Factorial 0 = 1</a:t>
            </a:r>
          </a:p>
          <a:p>
            <a:pPr lvl="2"/>
            <a:r>
              <a:rPr lang="en-US" dirty="0" smtClean="0"/>
              <a:t>Factorial n</a:t>
            </a:r>
          </a:p>
          <a:p>
            <a:pPr marL="914400" lvl="2" indent="0">
              <a:buNone/>
            </a:pPr>
            <a:r>
              <a:rPr lang="en-US" dirty="0" smtClean="0"/>
              <a:t>      | n&gt;0  = n * Factorial (n-1)</a:t>
            </a:r>
            <a:endParaRPr lang="en-US" dirty="0"/>
          </a:p>
          <a:p>
            <a:r>
              <a:rPr lang="en-US" dirty="0" err="1" smtClean="0"/>
              <a:t>Otra</a:t>
            </a:r>
            <a:r>
              <a:rPr lang="en-US" dirty="0" smtClean="0"/>
              <a:t> forma</a:t>
            </a:r>
          </a:p>
          <a:p>
            <a:pPr lvl="2"/>
            <a:r>
              <a:rPr lang="en-US" dirty="0"/>
              <a:t>Factorial </a:t>
            </a:r>
            <a:r>
              <a:rPr lang="en-US" dirty="0" smtClean="0"/>
              <a:t>n</a:t>
            </a:r>
          </a:p>
          <a:p>
            <a:pPr marL="914400" lvl="2" indent="0">
              <a:buNone/>
            </a:pPr>
            <a:r>
              <a:rPr lang="en-US" dirty="0" smtClean="0"/>
              <a:t>      | n == 0       =  1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      | n&gt;0  </a:t>
            </a:r>
            <a:r>
              <a:rPr lang="en-US" dirty="0" smtClean="0"/>
              <a:t>          = </a:t>
            </a:r>
            <a:r>
              <a:rPr lang="en-US" dirty="0"/>
              <a:t>n * Factorial (n-1)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659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 Funcional -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es-AR" dirty="0" err="1"/>
              <a:t>Tuplas</a:t>
            </a:r>
            <a:r>
              <a:rPr lang="es-AR" dirty="0"/>
              <a:t> (define datos compuestos)</a:t>
            </a:r>
          </a:p>
          <a:p>
            <a:pPr lvl="1"/>
            <a:r>
              <a:rPr lang="es-AR" dirty="0" err="1"/>
              <a:t>type</a:t>
            </a:r>
            <a:r>
              <a:rPr lang="es-AR" dirty="0"/>
              <a:t> Persona = (Nombre, Edad)</a:t>
            </a:r>
          </a:p>
          <a:p>
            <a:r>
              <a:rPr lang="es-AR" dirty="0"/>
              <a:t>Uso</a:t>
            </a:r>
          </a:p>
          <a:p>
            <a:pPr lvl="1"/>
            <a:r>
              <a:rPr lang="es-AR" dirty="0"/>
              <a:t>edad :: Persona -&gt; Edad</a:t>
            </a:r>
          </a:p>
          <a:p>
            <a:pPr lvl="1"/>
            <a:r>
              <a:rPr lang="es-AR" dirty="0"/>
              <a:t>edad :: (Nombre, Edad) -&gt; Edad</a:t>
            </a:r>
          </a:p>
          <a:p>
            <a:r>
              <a:rPr lang="es-AR" dirty="0" err="1"/>
              <a:t>Pattern</a:t>
            </a:r>
            <a:r>
              <a:rPr lang="es-AR" dirty="0"/>
              <a:t> </a:t>
            </a:r>
            <a:r>
              <a:rPr lang="es-AR" dirty="0" err="1"/>
              <a:t>Matching</a:t>
            </a:r>
            <a:endParaRPr lang="es-AR" dirty="0"/>
          </a:p>
          <a:p>
            <a:pPr lvl="1"/>
            <a:r>
              <a:rPr lang="es-AR" dirty="0"/>
              <a:t>edad (n, e) = e</a:t>
            </a:r>
          </a:p>
          <a:p>
            <a:pPr lvl="1"/>
            <a:r>
              <a:rPr lang="es-AR" dirty="0"/>
              <a:t>edad (_ , e) = e      “Variable Anónima”</a:t>
            </a:r>
          </a:p>
        </p:txBody>
      </p:sp>
    </p:spTree>
    <p:extLst>
      <p:ext uri="{BB962C8B-B14F-4D97-AF65-F5344CB8AC3E}">
        <p14:creationId xmlns:p14="http://schemas.microsoft.com/office/powerpoint/2010/main" val="17271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7500" lnSpcReduction="20000"/>
          </a:bodyPr>
          <a:lstStyle/>
          <a:p>
            <a:r>
              <a:rPr lang="es-AR" dirty="0" err="1" smtClean="0"/>
              <a:t>Tuplas</a:t>
            </a:r>
            <a:endParaRPr lang="es-AR" dirty="0" smtClean="0"/>
          </a:p>
          <a:p>
            <a:pPr lvl="1"/>
            <a:r>
              <a:rPr lang="es-AR" dirty="0" smtClean="0"/>
              <a:t>A partir de una cantidad X de caracteres deseados  y una palabra, se desea truncarla devolviendo los primeros X caracteres y la cantidad de caracteres borrados.</a:t>
            </a:r>
          </a:p>
          <a:p>
            <a:r>
              <a:rPr lang="es-AR" dirty="0" smtClean="0"/>
              <a:t>Resolución:</a:t>
            </a:r>
          </a:p>
          <a:p>
            <a:pPr lvl="1"/>
            <a:r>
              <a:rPr lang="es-AR" dirty="0"/>
              <a:t>t</a:t>
            </a:r>
            <a:r>
              <a:rPr lang="es-AR" dirty="0" smtClean="0"/>
              <a:t>runcar :: </a:t>
            </a:r>
            <a:r>
              <a:rPr lang="es-AR" dirty="0" err="1" smtClean="0"/>
              <a:t>Int</a:t>
            </a:r>
            <a:r>
              <a:rPr lang="es-AR" dirty="0" smtClean="0"/>
              <a:t> -&gt; </a:t>
            </a:r>
            <a:r>
              <a:rPr lang="es-AR" dirty="0" err="1" smtClean="0"/>
              <a:t>String</a:t>
            </a:r>
            <a:r>
              <a:rPr lang="es-AR" dirty="0" smtClean="0"/>
              <a:t> -&gt; (</a:t>
            </a:r>
            <a:r>
              <a:rPr lang="es-AR" dirty="0" err="1" smtClean="0"/>
              <a:t>String</a:t>
            </a:r>
            <a:r>
              <a:rPr lang="es-AR" dirty="0" smtClean="0"/>
              <a:t>, </a:t>
            </a:r>
            <a:r>
              <a:rPr lang="es-AR" dirty="0" err="1" smtClean="0"/>
              <a:t>Int</a:t>
            </a:r>
            <a:r>
              <a:rPr lang="es-AR" dirty="0" smtClean="0"/>
              <a:t>)</a:t>
            </a:r>
          </a:p>
          <a:p>
            <a:pPr lvl="1"/>
            <a:r>
              <a:rPr lang="es-AR" dirty="0"/>
              <a:t>t</a:t>
            </a:r>
            <a:r>
              <a:rPr lang="es-AR" dirty="0" smtClean="0"/>
              <a:t>runcar </a:t>
            </a:r>
            <a:r>
              <a:rPr lang="es-AR" dirty="0" err="1" smtClean="0"/>
              <a:t>cantidadCar</a:t>
            </a:r>
            <a:r>
              <a:rPr lang="es-AR" dirty="0" smtClean="0"/>
              <a:t> palabra = (</a:t>
            </a:r>
            <a:r>
              <a:rPr lang="es-AR" dirty="0" err="1" smtClean="0"/>
              <a:t>take</a:t>
            </a:r>
            <a:r>
              <a:rPr lang="es-AR" dirty="0" smtClean="0"/>
              <a:t> </a:t>
            </a:r>
            <a:r>
              <a:rPr lang="es-AR" dirty="0" err="1" smtClean="0"/>
              <a:t>cantidadCar</a:t>
            </a:r>
            <a:r>
              <a:rPr lang="es-AR" dirty="0" smtClean="0"/>
              <a:t> palabra, </a:t>
            </a:r>
            <a:r>
              <a:rPr lang="es-AR" dirty="0" err="1" smtClean="0"/>
              <a:t>length</a:t>
            </a:r>
            <a:r>
              <a:rPr lang="es-AR" dirty="0" smtClean="0"/>
              <a:t> palabra – </a:t>
            </a:r>
            <a:r>
              <a:rPr lang="es-AR" dirty="0" err="1" smtClean="0"/>
              <a:t>cantidadCar</a:t>
            </a:r>
            <a:r>
              <a:rPr lang="es-AR" dirty="0" smtClean="0"/>
              <a:t>)</a:t>
            </a:r>
          </a:p>
          <a:p>
            <a:r>
              <a:rPr lang="es-AR" dirty="0" smtClean="0"/>
              <a:t>Uso</a:t>
            </a:r>
          </a:p>
          <a:p>
            <a:pPr lvl="1"/>
            <a:r>
              <a:rPr lang="es-AR" dirty="0"/>
              <a:t>t</a:t>
            </a:r>
            <a:r>
              <a:rPr lang="es-AR" dirty="0" smtClean="0"/>
              <a:t>runcar  3  “Hola”</a:t>
            </a:r>
          </a:p>
          <a:p>
            <a:pPr lvl="1"/>
            <a:r>
              <a:rPr lang="es-AR" dirty="0" smtClean="0"/>
              <a:t>(“</a:t>
            </a:r>
            <a:r>
              <a:rPr lang="es-AR" dirty="0" err="1" smtClean="0"/>
              <a:t>Hol</a:t>
            </a:r>
            <a:r>
              <a:rPr lang="es-AR" dirty="0" smtClean="0"/>
              <a:t>”,  1)</a:t>
            </a:r>
          </a:p>
          <a:p>
            <a:r>
              <a:rPr lang="es-AR" dirty="0" smtClean="0"/>
              <a:t>Funciones para Duplas:</a:t>
            </a:r>
          </a:p>
          <a:p>
            <a:pPr lvl="1"/>
            <a:r>
              <a:rPr lang="es-AR" dirty="0" err="1" smtClean="0"/>
              <a:t>Fst</a:t>
            </a:r>
            <a:r>
              <a:rPr lang="es-AR" dirty="0" smtClean="0"/>
              <a:t> ( x, _ ) = x</a:t>
            </a:r>
          </a:p>
          <a:p>
            <a:pPr lvl="1"/>
            <a:r>
              <a:rPr lang="es-AR" dirty="0" err="1" smtClean="0"/>
              <a:t>Snd</a:t>
            </a:r>
            <a:r>
              <a:rPr lang="es-AR" dirty="0" smtClean="0"/>
              <a:t> (_, y) = y</a:t>
            </a:r>
          </a:p>
        </p:txBody>
      </p:sp>
    </p:spTree>
    <p:extLst>
      <p:ext uri="{BB962C8B-B14F-4D97-AF65-F5344CB8AC3E}">
        <p14:creationId xmlns:p14="http://schemas.microsoft.com/office/powerpoint/2010/main" val="198030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s-AR" dirty="0" err="1" smtClean="0"/>
              <a:t>Tuplas</a:t>
            </a:r>
            <a:endParaRPr lang="es-AR" dirty="0"/>
          </a:p>
          <a:p>
            <a:pPr lvl="1"/>
            <a:r>
              <a:rPr lang="es-AR" dirty="0" err="1" smtClean="0"/>
              <a:t>Eq</a:t>
            </a:r>
            <a:r>
              <a:rPr lang="es-AR" dirty="0" smtClean="0"/>
              <a:t>? , Show?, Ord?, </a:t>
            </a:r>
            <a:r>
              <a:rPr lang="es-AR" dirty="0" err="1" smtClean="0"/>
              <a:t>Num</a:t>
            </a:r>
            <a:r>
              <a:rPr lang="es-AR" dirty="0" smtClean="0"/>
              <a:t>?</a:t>
            </a:r>
          </a:p>
          <a:p>
            <a:pPr lvl="2"/>
            <a:r>
              <a:rPr lang="es-AR" dirty="0" smtClean="0"/>
              <a:t>Dependen de sus componentes</a:t>
            </a:r>
          </a:p>
          <a:p>
            <a:pPr lvl="1"/>
            <a:r>
              <a:rPr lang="es-AR" dirty="0" smtClean="0"/>
              <a:t>No pueden sumarse o aplicarle las operaciones de </a:t>
            </a:r>
            <a:r>
              <a:rPr lang="es-AR" dirty="0" err="1" smtClean="0"/>
              <a:t>Num</a:t>
            </a:r>
            <a:r>
              <a:rPr lang="es-AR" dirty="0" smtClean="0"/>
              <a:t>.</a:t>
            </a:r>
          </a:p>
          <a:p>
            <a:r>
              <a:rPr lang="es-AR" dirty="0" smtClean="0"/>
              <a:t>Resumen:</a:t>
            </a:r>
          </a:p>
          <a:p>
            <a:pPr lvl="1"/>
            <a:r>
              <a:rPr lang="es-AR" dirty="0" smtClean="0"/>
              <a:t>Data:  permite definir tipos propios y es mas expresiva</a:t>
            </a:r>
          </a:p>
          <a:p>
            <a:pPr lvl="1"/>
            <a:r>
              <a:rPr lang="es-AR" dirty="0" err="1" smtClean="0"/>
              <a:t>Tuplas</a:t>
            </a:r>
            <a:r>
              <a:rPr lang="es-AR" dirty="0" smtClean="0"/>
              <a:t>:  tipos predefinidos, se pierde </a:t>
            </a:r>
            <a:r>
              <a:rPr lang="es-AR" dirty="0" err="1" smtClean="0"/>
              <a:t>semantica</a:t>
            </a:r>
            <a:r>
              <a:rPr lang="es-AR" dirty="0" smtClean="0"/>
              <a:t>, sirven para salir del paso.</a:t>
            </a:r>
          </a:p>
          <a:p>
            <a:pPr lvl="1"/>
            <a:endParaRPr lang="es-AR" dirty="0" smtClean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0786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Ejemplo</a:t>
            </a:r>
            <a:r>
              <a:rPr lang="en-US" dirty="0"/>
              <a:t> </a:t>
            </a:r>
            <a:r>
              <a:rPr lang="en-US" dirty="0" smtClean="0"/>
              <a:t>de DATA</a:t>
            </a:r>
          </a:p>
          <a:p>
            <a:pPr lvl="1"/>
            <a:r>
              <a:rPr lang="en-US" dirty="0" smtClean="0"/>
              <a:t>Se </a:t>
            </a:r>
            <a:r>
              <a:rPr lang="en-US" dirty="0" err="1" smtClean="0"/>
              <a:t>desea</a:t>
            </a:r>
            <a:r>
              <a:rPr lang="en-US" dirty="0" smtClean="0"/>
              <a:t> </a:t>
            </a:r>
            <a:r>
              <a:rPr lang="en-US" dirty="0" err="1" smtClean="0"/>
              <a:t>modelar</a:t>
            </a:r>
            <a:r>
              <a:rPr lang="en-US" dirty="0" smtClean="0"/>
              <a:t> </a:t>
            </a:r>
            <a:r>
              <a:rPr lang="en-US" dirty="0" err="1" smtClean="0"/>
              <a:t>estudiantes</a:t>
            </a:r>
            <a:r>
              <a:rPr lang="en-US" dirty="0" smtClean="0"/>
              <a:t> de </a:t>
            </a:r>
            <a:r>
              <a:rPr lang="en-US" dirty="0" err="1" smtClean="0"/>
              <a:t>quienes</a:t>
            </a:r>
            <a:r>
              <a:rPr lang="en-US" dirty="0" smtClean="0"/>
              <a:t> se </a:t>
            </a:r>
            <a:r>
              <a:rPr lang="en-US" dirty="0" err="1" smtClean="0"/>
              <a:t>conocen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</a:t>
            </a:r>
            <a:r>
              <a:rPr lang="en-US" dirty="0" err="1" smtClean="0"/>
              <a:t>nombre</a:t>
            </a:r>
            <a:r>
              <a:rPr lang="en-US" dirty="0" smtClean="0"/>
              <a:t>, </a:t>
            </a:r>
            <a:r>
              <a:rPr lang="en-US" dirty="0" err="1" smtClean="0"/>
              <a:t>legajo</a:t>
            </a:r>
            <a:r>
              <a:rPr lang="en-US" dirty="0" smtClean="0"/>
              <a:t> y nota.</a:t>
            </a:r>
          </a:p>
          <a:p>
            <a:pPr lvl="1"/>
            <a:r>
              <a:rPr lang="en-US" dirty="0" smtClean="0"/>
              <a:t>Se </a:t>
            </a:r>
            <a:r>
              <a:rPr lang="en-US" dirty="0" err="1" smtClean="0"/>
              <a:t>necesita</a:t>
            </a:r>
            <a:r>
              <a:rPr lang="en-US" dirty="0" smtClean="0"/>
              <a:t> saber </a:t>
            </a:r>
            <a:r>
              <a:rPr lang="en-US" dirty="0" err="1" smtClean="0"/>
              <a:t>si</a:t>
            </a:r>
            <a:r>
              <a:rPr lang="en-US" dirty="0" smtClean="0"/>
              <a:t> un </a:t>
            </a:r>
            <a:r>
              <a:rPr lang="en-US" dirty="0" err="1" smtClean="0"/>
              <a:t>estudiante</a:t>
            </a:r>
            <a:r>
              <a:rPr lang="en-US" dirty="0" smtClean="0"/>
              <a:t> </a:t>
            </a:r>
            <a:r>
              <a:rPr lang="en-US" dirty="0" err="1" smtClean="0"/>
              <a:t>aprobó</a:t>
            </a:r>
            <a:endParaRPr lang="en-US" dirty="0" smtClean="0"/>
          </a:p>
          <a:p>
            <a:r>
              <a:rPr lang="en-US" dirty="0" err="1" smtClean="0"/>
              <a:t>Resolución</a:t>
            </a:r>
            <a:endParaRPr lang="en-US" dirty="0" smtClean="0"/>
          </a:p>
          <a:p>
            <a:pPr lvl="1"/>
            <a:r>
              <a:rPr lang="en-US" dirty="0" err="1"/>
              <a:t>a</a:t>
            </a:r>
            <a:r>
              <a:rPr lang="en-US" dirty="0" err="1" smtClean="0"/>
              <a:t>probo</a:t>
            </a:r>
            <a:r>
              <a:rPr lang="en-US" dirty="0" smtClean="0"/>
              <a:t> :: </a:t>
            </a:r>
            <a:r>
              <a:rPr lang="en-US" dirty="0" err="1" smtClean="0"/>
              <a:t>Estudiante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Bool</a:t>
            </a:r>
          </a:p>
          <a:p>
            <a:r>
              <a:rPr lang="en-US" dirty="0" err="1" smtClean="0">
                <a:sym typeface="Wingdings" panose="05000000000000000000" pitchFamily="2" charset="2"/>
              </a:rPr>
              <a:t>Creación</a:t>
            </a:r>
            <a:r>
              <a:rPr lang="en-US" dirty="0" smtClean="0">
                <a:sym typeface="Wingdings" panose="05000000000000000000" pitchFamily="2" charset="2"/>
              </a:rPr>
              <a:t> de </a:t>
            </a:r>
            <a:r>
              <a:rPr lang="en-US" dirty="0" err="1" smtClean="0">
                <a:sym typeface="Wingdings" panose="05000000000000000000" pitchFamily="2" charset="2"/>
              </a:rPr>
              <a:t>tipo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n-US" dirty="0" smtClean="0">
                <a:sym typeface="Wingdings" panose="05000000000000000000" pitchFamily="2" charset="2"/>
              </a:rPr>
              <a:t>ata </a:t>
            </a:r>
            <a:r>
              <a:rPr lang="en-US" dirty="0" err="1" smtClean="0">
                <a:sym typeface="Wingdings" panose="05000000000000000000" pitchFamily="2" charset="2"/>
              </a:rPr>
              <a:t>Estudiante</a:t>
            </a:r>
            <a:r>
              <a:rPr lang="en-US" dirty="0" smtClean="0">
                <a:sym typeface="Wingdings" panose="05000000000000000000" pitchFamily="2" charset="2"/>
              </a:rPr>
              <a:t> = </a:t>
            </a:r>
            <a:r>
              <a:rPr lang="en-US" dirty="0" err="1" smtClean="0">
                <a:sym typeface="Wingdings" panose="05000000000000000000" pitchFamily="2" charset="2"/>
              </a:rPr>
              <a:t>UnEstudiante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{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n</a:t>
            </a:r>
            <a:r>
              <a:rPr lang="en-US" dirty="0" err="1" smtClean="0">
                <a:sym typeface="Wingdings" panose="05000000000000000000" pitchFamily="2" charset="2"/>
              </a:rPr>
              <a:t>ombre</a:t>
            </a:r>
            <a:r>
              <a:rPr lang="en-US" dirty="0" smtClean="0">
                <a:sym typeface="Wingdings" panose="05000000000000000000" pitchFamily="2" charset="2"/>
              </a:rPr>
              <a:t> :: String,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l</a:t>
            </a:r>
            <a:r>
              <a:rPr lang="en-US" dirty="0" err="1" smtClean="0">
                <a:sym typeface="Wingdings" panose="05000000000000000000" pitchFamily="2" charset="2"/>
              </a:rPr>
              <a:t>egajo</a:t>
            </a:r>
            <a:r>
              <a:rPr lang="en-US" dirty="0" smtClean="0">
                <a:sym typeface="Wingdings" panose="05000000000000000000" pitchFamily="2" charset="2"/>
              </a:rPr>
              <a:t> :: String,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n</a:t>
            </a:r>
            <a:r>
              <a:rPr lang="en-US" dirty="0" smtClean="0">
                <a:sym typeface="Wingdings" panose="05000000000000000000" pitchFamily="2" charset="2"/>
              </a:rPr>
              <a:t>ota :: </a:t>
            </a:r>
            <a:r>
              <a:rPr lang="en-US" dirty="0" err="1" smtClean="0">
                <a:sym typeface="Wingdings" panose="05000000000000000000" pitchFamily="2" charset="2"/>
              </a:rPr>
              <a:t>Int</a:t>
            </a:r>
            <a:endParaRPr lang="en-US" dirty="0" smtClean="0">
              <a:sym typeface="Wingdings" panose="05000000000000000000" pitchFamily="2" charset="2"/>
            </a:endParaRPr>
          </a:p>
          <a:p>
            <a:pPr lvl="2"/>
            <a:r>
              <a:rPr lang="en-US" dirty="0">
                <a:sym typeface="Wingdings" panose="05000000000000000000" pitchFamily="2" charset="2"/>
              </a:rPr>
              <a:t>}</a:t>
            </a:r>
            <a:endParaRPr lang="en-US" dirty="0"/>
          </a:p>
          <a:p>
            <a:pPr lvl="4"/>
            <a:endParaRPr lang="en-US" dirty="0" smtClean="0"/>
          </a:p>
          <a:p>
            <a:pPr lvl="4"/>
            <a:endParaRPr lang="en-US" dirty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  <p:sp>
        <p:nvSpPr>
          <p:cNvPr id="4" name="3 CuadroTexto"/>
          <p:cNvSpPr txBox="1"/>
          <p:nvPr/>
        </p:nvSpPr>
        <p:spPr>
          <a:xfrm>
            <a:off x="5868144" y="5373216"/>
            <a:ext cx="18002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AR" dirty="0" smtClean="0"/>
              <a:t>Constructor de valores de  tipo Estudiante</a:t>
            </a:r>
            <a:endParaRPr lang="es-AR" dirty="0"/>
          </a:p>
        </p:txBody>
      </p:sp>
      <p:cxnSp>
        <p:nvCxnSpPr>
          <p:cNvPr id="6" name="5 Conector recto de flecha"/>
          <p:cNvCxnSpPr>
            <a:stCxn id="4" idx="1"/>
          </p:cNvCxnSpPr>
          <p:nvPr/>
        </p:nvCxnSpPr>
        <p:spPr>
          <a:xfrm flipH="1" flipV="1">
            <a:off x="5004048" y="4869160"/>
            <a:ext cx="864096" cy="96572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00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85000" lnSpcReduction="20000"/>
          </a:bodyPr>
          <a:lstStyle/>
          <a:p>
            <a:r>
              <a:rPr lang="es-AR" dirty="0" smtClean="0"/>
              <a:t>Uso (asignación de valores)</a:t>
            </a:r>
          </a:p>
          <a:p>
            <a:pPr lvl="1"/>
            <a:r>
              <a:rPr lang="es-AR" dirty="0"/>
              <a:t>j</a:t>
            </a:r>
            <a:r>
              <a:rPr lang="es-AR" dirty="0" smtClean="0"/>
              <a:t>uanita :: Estudiante</a:t>
            </a:r>
          </a:p>
          <a:p>
            <a:pPr lvl="1"/>
            <a:r>
              <a:rPr lang="es-AR" dirty="0"/>
              <a:t>j</a:t>
            </a:r>
            <a:r>
              <a:rPr lang="es-AR" dirty="0" smtClean="0"/>
              <a:t>uanita = </a:t>
            </a:r>
            <a:r>
              <a:rPr lang="es-AR" dirty="0" err="1" smtClean="0"/>
              <a:t>unEstudiante</a:t>
            </a:r>
            <a:r>
              <a:rPr lang="es-AR" dirty="0" smtClean="0"/>
              <a:t> “</a:t>
            </a:r>
            <a:r>
              <a:rPr lang="es-AR" dirty="0"/>
              <a:t>J</a:t>
            </a:r>
            <a:r>
              <a:rPr lang="es-AR" dirty="0" smtClean="0"/>
              <a:t>uana”  “L004100-3” 8</a:t>
            </a:r>
          </a:p>
          <a:p>
            <a:pPr lvl="1"/>
            <a:r>
              <a:rPr lang="es-AR" dirty="0"/>
              <a:t>p</a:t>
            </a:r>
            <a:r>
              <a:rPr lang="es-AR" dirty="0" smtClean="0"/>
              <a:t>edrito :: Estudiante</a:t>
            </a:r>
          </a:p>
          <a:p>
            <a:pPr lvl="1"/>
            <a:r>
              <a:rPr lang="es-AR" dirty="0"/>
              <a:t>p</a:t>
            </a:r>
            <a:r>
              <a:rPr lang="es-AR" dirty="0" smtClean="0"/>
              <a:t>edrito = </a:t>
            </a:r>
            <a:r>
              <a:rPr lang="es-AR" dirty="0" err="1" smtClean="0"/>
              <a:t>unEstudiante</a:t>
            </a:r>
            <a:r>
              <a:rPr lang="es-AR" dirty="0" smtClean="0"/>
              <a:t> {legajo = “L004101-4”,nombre </a:t>
            </a:r>
            <a:r>
              <a:rPr lang="es-AR" dirty="0"/>
              <a:t>= “Pedrito</a:t>
            </a:r>
            <a:r>
              <a:rPr lang="es-AR" dirty="0" smtClean="0"/>
              <a:t>”, nota = 7}</a:t>
            </a:r>
          </a:p>
          <a:p>
            <a:pPr lvl="1"/>
            <a:endParaRPr lang="es-AR" dirty="0" smtClean="0"/>
          </a:p>
          <a:p>
            <a:r>
              <a:rPr lang="es-AR" dirty="0" smtClean="0"/>
              <a:t>Genera automáticamente funciones de acceso</a:t>
            </a:r>
          </a:p>
          <a:p>
            <a:pPr lvl="1"/>
            <a:r>
              <a:rPr lang="es-AR" dirty="0" smtClean="0"/>
              <a:t>:t nombre </a:t>
            </a:r>
          </a:p>
          <a:p>
            <a:pPr marL="457200" lvl="1" indent="0">
              <a:buNone/>
            </a:pPr>
            <a:r>
              <a:rPr lang="es-AR" dirty="0"/>
              <a:t>n</a:t>
            </a:r>
            <a:r>
              <a:rPr lang="es-AR" dirty="0" smtClean="0"/>
              <a:t>ombre :: Estudiante -&gt; </a:t>
            </a:r>
            <a:r>
              <a:rPr lang="es-AR" dirty="0" err="1" smtClean="0"/>
              <a:t>String</a:t>
            </a:r>
            <a:endParaRPr lang="es-AR" dirty="0" smtClean="0"/>
          </a:p>
          <a:p>
            <a:pPr lvl="1"/>
            <a:r>
              <a:rPr lang="es-AR" dirty="0"/>
              <a:t>n</a:t>
            </a:r>
            <a:r>
              <a:rPr lang="es-AR" dirty="0" smtClean="0"/>
              <a:t>ombre  juanita</a:t>
            </a:r>
          </a:p>
          <a:p>
            <a:pPr marL="457200" lvl="1" indent="0">
              <a:buNone/>
            </a:pPr>
            <a:r>
              <a:rPr lang="es-AR" dirty="0" smtClean="0"/>
              <a:t>“Juana”</a:t>
            </a:r>
          </a:p>
        </p:txBody>
      </p:sp>
    </p:spTree>
    <p:extLst>
      <p:ext uri="{BB962C8B-B14F-4D97-AF65-F5344CB8AC3E}">
        <p14:creationId xmlns:p14="http://schemas.microsoft.com/office/powerpoint/2010/main" val="407407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Resolución</a:t>
            </a:r>
          </a:p>
          <a:p>
            <a:pPr lvl="1"/>
            <a:r>
              <a:rPr lang="es-AR" dirty="0" err="1"/>
              <a:t>a</a:t>
            </a:r>
            <a:r>
              <a:rPr lang="es-AR" dirty="0" err="1" smtClean="0"/>
              <a:t>probo</a:t>
            </a:r>
            <a:r>
              <a:rPr lang="es-AR" dirty="0" smtClean="0"/>
              <a:t> estudiante = nota estudiante &gt;= 7</a:t>
            </a:r>
          </a:p>
          <a:p>
            <a:r>
              <a:rPr lang="es-AR" dirty="0" smtClean="0"/>
              <a:t>Funciones, data y </a:t>
            </a:r>
            <a:r>
              <a:rPr lang="es-AR" dirty="0" err="1" smtClean="0"/>
              <a:t>Pattern</a:t>
            </a:r>
            <a:r>
              <a:rPr lang="es-AR" dirty="0" smtClean="0"/>
              <a:t> </a:t>
            </a:r>
            <a:r>
              <a:rPr lang="es-AR" dirty="0" err="1" smtClean="0"/>
              <a:t>Matching</a:t>
            </a:r>
            <a:endParaRPr lang="es-AR" dirty="0" smtClean="0"/>
          </a:p>
          <a:p>
            <a:pPr lvl="1"/>
            <a:r>
              <a:rPr lang="es-AR" dirty="0" err="1" smtClean="0"/>
              <a:t>legajoyNombre</a:t>
            </a:r>
            <a:r>
              <a:rPr lang="es-AR" dirty="0"/>
              <a:t> </a:t>
            </a:r>
            <a:r>
              <a:rPr lang="es-AR" dirty="0" smtClean="0"/>
              <a:t>:: Estudiante -&gt; </a:t>
            </a:r>
            <a:r>
              <a:rPr lang="es-AR" dirty="0" err="1" smtClean="0"/>
              <a:t>String</a:t>
            </a:r>
            <a:endParaRPr lang="es-AR" dirty="0" smtClean="0"/>
          </a:p>
          <a:p>
            <a:pPr lvl="1"/>
            <a:r>
              <a:rPr lang="es-AR" dirty="0" err="1" smtClean="0"/>
              <a:t>legajoyNombre</a:t>
            </a:r>
            <a:r>
              <a:rPr lang="es-AR" dirty="0" smtClean="0"/>
              <a:t> (</a:t>
            </a:r>
            <a:r>
              <a:rPr lang="es-AR" dirty="0" err="1" smtClean="0"/>
              <a:t>unEstudiante</a:t>
            </a:r>
            <a:r>
              <a:rPr lang="es-AR" dirty="0" smtClean="0"/>
              <a:t> nombre legajo _) = legajo ++ “,  “ ++ nombre</a:t>
            </a:r>
          </a:p>
          <a:p>
            <a:r>
              <a:rPr lang="es-AR" dirty="0" smtClean="0"/>
              <a:t>Otras funciones</a:t>
            </a:r>
          </a:p>
          <a:p>
            <a:pPr lvl="1"/>
            <a:r>
              <a:rPr lang="es-AR" dirty="0" err="1" smtClean="0"/>
              <a:t>lefueMejorA</a:t>
            </a:r>
            <a:r>
              <a:rPr lang="es-AR" dirty="0" smtClean="0"/>
              <a:t> :: Estudiante -&gt; Estudiante -&gt; </a:t>
            </a:r>
            <a:r>
              <a:rPr lang="es-AR" dirty="0" err="1" smtClean="0"/>
              <a:t>Bool</a:t>
            </a:r>
            <a:endParaRPr lang="es-AR" dirty="0" smtClean="0"/>
          </a:p>
          <a:p>
            <a:pPr lvl="1"/>
            <a:r>
              <a:rPr lang="es-AR" dirty="0" err="1" smtClean="0"/>
              <a:t>lefueMejorA</a:t>
            </a:r>
            <a:r>
              <a:rPr lang="es-AR" dirty="0" smtClean="0"/>
              <a:t> (</a:t>
            </a:r>
            <a:r>
              <a:rPr lang="es-AR" dirty="0" err="1" smtClean="0"/>
              <a:t>unEstudiante</a:t>
            </a:r>
            <a:r>
              <a:rPr lang="es-AR" dirty="0" smtClean="0"/>
              <a:t> _ _ </a:t>
            </a:r>
            <a:r>
              <a:rPr lang="es-AR" dirty="0" err="1" smtClean="0"/>
              <a:t>unaNota</a:t>
            </a:r>
            <a:r>
              <a:rPr lang="es-AR" dirty="0" smtClean="0"/>
              <a:t>) (</a:t>
            </a:r>
            <a:r>
              <a:rPr lang="es-AR" dirty="0" err="1" smtClean="0"/>
              <a:t>unEstudiante</a:t>
            </a:r>
            <a:r>
              <a:rPr lang="es-AR" dirty="0" smtClean="0"/>
              <a:t> _ _ </a:t>
            </a:r>
            <a:r>
              <a:rPr lang="es-AR" dirty="0" err="1" smtClean="0"/>
              <a:t>otraNota</a:t>
            </a:r>
            <a:r>
              <a:rPr lang="es-AR" dirty="0" smtClean="0"/>
              <a:t>) = </a:t>
            </a:r>
            <a:r>
              <a:rPr lang="es-AR" dirty="0" err="1" smtClean="0"/>
              <a:t>unaNota</a:t>
            </a:r>
            <a:r>
              <a:rPr lang="es-AR" dirty="0" smtClean="0"/>
              <a:t> &gt; </a:t>
            </a:r>
            <a:r>
              <a:rPr lang="es-AR" dirty="0" err="1" smtClean="0"/>
              <a:t>otraNota</a:t>
            </a:r>
            <a:endParaRPr lang="es-AR" dirty="0" smtClean="0"/>
          </a:p>
          <a:p>
            <a:pPr lvl="1"/>
            <a:r>
              <a:rPr lang="es-AR" dirty="0" err="1" smtClean="0"/>
              <a:t>lefueMejorA</a:t>
            </a:r>
            <a:r>
              <a:rPr lang="es-AR" dirty="0" smtClean="0"/>
              <a:t> </a:t>
            </a:r>
            <a:r>
              <a:rPr lang="es-AR" dirty="0" err="1" smtClean="0"/>
              <a:t>estudianteMejor</a:t>
            </a:r>
            <a:r>
              <a:rPr lang="es-AR" dirty="0" smtClean="0"/>
              <a:t>  </a:t>
            </a:r>
            <a:r>
              <a:rPr lang="es-AR" dirty="0" err="1" smtClean="0"/>
              <a:t>estudianteNormal</a:t>
            </a:r>
            <a:r>
              <a:rPr lang="es-AR" dirty="0" smtClean="0"/>
              <a:t>  = nota </a:t>
            </a:r>
            <a:r>
              <a:rPr lang="es-AR" dirty="0" err="1" smtClean="0"/>
              <a:t>estudianteMejor</a:t>
            </a:r>
            <a:r>
              <a:rPr lang="es-AR" dirty="0" smtClean="0"/>
              <a:t>   &gt; nota </a:t>
            </a:r>
            <a:r>
              <a:rPr lang="es-AR" dirty="0" err="1" smtClean="0"/>
              <a:t>estudianteNormal</a:t>
            </a:r>
            <a:endParaRPr lang="es-AR" dirty="0" smtClean="0"/>
          </a:p>
          <a:p>
            <a:r>
              <a:rPr lang="es-AR" dirty="0" smtClean="0"/>
              <a:t>La segunda función es mas abstracta, no muestra como está implementado al no usar </a:t>
            </a:r>
            <a:r>
              <a:rPr lang="es-AR" dirty="0" err="1" smtClean="0"/>
              <a:t>Pattern</a:t>
            </a:r>
            <a:r>
              <a:rPr lang="es-AR" dirty="0" smtClean="0"/>
              <a:t> </a:t>
            </a:r>
            <a:r>
              <a:rPr lang="es-AR" dirty="0" err="1" smtClean="0"/>
              <a:t>Matching</a:t>
            </a:r>
            <a:r>
              <a:rPr lang="es-AR" dirty="0" smtClean="0"/>
              <a:t> </a:t>
            </a:r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81659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fontScale="70000" lnSpcReduction="20000"/>
          </a:bodyPr>
          <a:lstStyle/>
          <a:p>
            <a:r>
              <a:rPr lang="es-AR" dirty="0" smtClean="0"/>
              <a:t>Se puede cambiar la nota a un alumno?</a:t>
            </a:r>
          </a:p>
          <a:p>
            <a:pPr lvl="1"/>
            <a:r>
              <a:rPr lang="es-AR" dirty="0"/>
              <a:t>juanita :: Estudiante</a:t>
            </a:r>
          </a:p>
          <a:p>
            <a:pPr lvl="1"/>
            <a:r>
              <a:rPr lang="es-AR" dirty="0"/>
              <a:t>juanita = </a:t>
            </a:r>
            <a:r>
              <a:rPr lang="es-AR" dirty="0" err="1"/>
              <a:t>unEstudiante</a:t>
            </a:r>
            <a:r>
              <a:rPr lang="es-AR" dirty="0"/>
              <a:t> “Juana”  “L004100-3” </a:t>
            </a:r>
            <a:r>
              <a:rPr lang="es-AR" dirty="0" smtClean="0"/>
              <a:t>8</a:t>
            </a:r>
          </a:p>
          <a:p>
            <a:pPr lvl="1"/>
            <a:r>
              <a:rPr lang="es-AR" dirty="0" err="1" smtClean="0"/>
              <a:t>cambiarNota</a:t>
            </a:r>
            <a:r>
              <a:rPr lang="es-AR" dirty="0" smtClean="0"/>
              <a:t> :: </a:t>
            </a:r>
            <a:r>
              <a:rPr lang="es-AR" dirty="0" err="1" smtClean="0"/>
              <a:t>Int</a:t>
            </a:r>
            <a:r>
              <a:rPr lang="es-AR" dirty="0" smtClean="0"/>
              <a:t> -&gt; Estudiante -&gt; Estudiante</a:t>
            </a:r>
            <a:endParaRPr lang="es-AR" dirty="0"/>
          </a:p>
          <a:p>
            <a:pPr lvl="1"/>
            <a:r>
              <a:rPr lang="es-AR" dirty="0" err="1" smtClean="0"/>
              <a:t>cambiarNota</a:t>
            </a:r>
            <a:r>
              <a:rPr lang="es-AR" dirty="0" smtClean="0"/>
              <a:t> </a:t>
            </a:r>
            <a:r>
              <a:rPr lang="es-AR" dirty="0" err="1" smtClean="0"/>
              <a:t>nuevaNota</a:t>
            </a:r>
            <a:r>
              <a:rPr lang="es-AR" dirty="0" smtClean="0"/>
              <a:t>  (</a:t>
            </a:r>
            <a:r>
              <a:rPr lang="es-AR" dirty="0" err="1" smtClean="0"/>
              <a:t>unEstudiante</a:t>
            </a:r>
            <a:r>
              <a:rPr lang="es-AR" dirty="0" smtClean="0"/>
              <a:t>  nombre legajo _ ) = </a:t>
            </a:r>
            <a:r>
              <a:rPr lang="es-AR" dirty="0" err="1" smtClean="0"/>
              <a:t>unEstudiante</a:t>
            </a:r>
            <a:r>
              <a:rPr lang="es-AR" dirty="0" smtClean="0"/>
              <a:t> nombre legajo </a:t>
            </a:r>
            <a:r>
              <a:rPr lang="es-AR" dirty="0" err="1" smtClean="0"/>
              <a:t>nuevaNota</a:t>
            </a:r>
            <a:endParaRPr lang="es-AR" dirty="0" smtClean="0"/>
          </a:p>
          <a:p>
            <a:r>
              <a:rPr lang="es-AR" dirty="0" smtClean="0"/>
              <a:t>Ojo:</a:t>
            </a:r>
          </a:p>
          <a:p>
            <a:pPr lvl="1"/>
            <a:r>
              <a:rPr lang="es-AR" dirty="0" smtClean="0"/>
              <a:t>Nota (</a:t>
            </a:r>
            <a:r>
              <a:rPr lang="es-AR" dirty="0" err="1" smtClean="0"/>
              <a:t>cambiarNota</a:t>
            </a:r>
            <a:r>
              <a:rPr lang="es-AR" dirty="0" smtClean="0"/>
              <a:t> 10 juanita )</a:t>
            </a:r>
          </a:p>
          <a:p>
            <a:pPr lvl="1"/>
            <a:r>
              <a:rPr lang="es-AR" dirty="0" smtClean="0"/>
              <a:t>10</a:t>
            </a:r>
          </a:p>
          <a:p>
            <a:pPr lvl="1"/>
            <a:r>
              <a:rPr lang="es-AR" dirty="0" smtClean="0"/>
              <a:t>Nota juanita</a:t>
            </a:r>
          </a:p>
          <a:p>
            <a:pPr lvl="1"/>
            <a:r>
              <a:rPr lang="es-AR" dirty="0" smtClean="0"/>
              <a:t>8</a:t>
            </a:r>
          </a:p>
          <a:p>
            <a:r>
              <a:rPr lang="es-AR" dirty="0" smtClean="0"/>
              <a:t>Ejemplo </a:t>
            </a:r>
          </a:p>
          <a:p>
            <a:pPr lvl="1"/>
            <a:r>
              <a:rPr lang="es-AR" dirty="0" err="1" smtClean="0"/>
              <a:t>subirNota</a:t>
            </a:r>
            <a:r>
              <a:rPr lang="es-AR" dirty="0" smtClean="0"/>
              <a:t> :: Estudiante -&gt; Estudiante</a:t>
            </a:r>
          </a:p>
          <a:p>
            <a:pPr lvl="1"/>
            <a:r>
              <a:rPr lang="es-AR" dirty="0" err="1" smtClean="0"/>
              <a:t>subirNota</a:t>
            </a:r>
            <a:r>
              <a:rPr lang="es-AR" dirty="0" smtClean="0"/>
              <a:t> estudiante = </a:t>
            </a:r>
            <a:r>
              <a:rPr lang="es-AR" dirty="0" err="1" smtClean="0"/>
              <a:t>cambiarNota</a:t>
            </a:r>
            <a:r>
              <a:rPr lang="es-AR" dirty="0" smtClean="0"/>
              <a:t> ( nota estudiante +1) estudiante</a:t>
            </a:r>
          </a:p>
          <a:p>
            <a:pPr lvl="1"/>
            <a:r>
              <a:rPr lang="es-AR" dirty="0"/>
              <a:t>n</a:t>
            </a:r>
            <a:r>
              <a:rPr lang="es-AR" dirty="0" smtClean="0"/>
              <a:t>ota ( </a:t>
            </a:r>
            <a:r>
              <a:rPr lang="es-AR" dirty="0" err="1" smtClean="0"/>
              <a:t>subirNota</a:t>
            </a:r>
            <a:r>
              <a:rPr lang="es-AR" dirty="0" smtClean="0"/>
              <a:t> (</a:t>
            </a:r>
            <a:r>
              <a:rPr lang="es-AR" dirty="0" err="1" smtClean="0"/>
              <a:t>subirNota</a:t>
            </a:r>
            <a:r>
              <a:rPr lang="es-AR" dirty="0" smtClean="0"/>
              <a:t> Juanita))</a:t>
            </a:r>
          </a:p>
          <a:p>
            <a:pPr lvl="1"/>
            <a:r>
              <a:rPr lang="es-AR" dirty="0" smtClean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9772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Paradigma Funcional 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r>
              <a:rPr lang="es-AR" dirty="0" smtClean="0"/>
              <a:t>Extensiones de Clases</a:t>
            </a:r>
          </a:p>
          <a:p>
            <a:pPr lvl="1"/>
            <a:r>
              <a:rPr lang="es-AR" dirty="0"/>
              <a:t>j</a:t>
            </a:r>
            <a:r>
              <a:rPr lang="es-AR" dirty="0" smtClean="0"/>
              <a:t>uanita</a:t>
            </a:r>
          </a:p>
          <a:p>
            <a:pPr lvl="2"/>
            <a:r>
              <a:rPr lang="es-AR" dirty="0" smtClean="0"/>
              <a:t>Da error por no pertenecer a la clase Show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data </a:t>
            </a:r>
            <a:r>
              <a:rPr lang="en-US" dirty="0" err="1">
                <a:sym typeface="Wingdings" panose="05000000000000000000" pitchFamily="2" charset="2"/>
              </a:rPr>
              <a:t>Estudiante</a:t>
            </a:r>
            <a:r>
              <a:rPr lang="en-US" dirty="0">
                <a:sym typeface="Wingdings" panose="05000000000000000000" pitchFamily="2" charset="2"/>
              </a:rPr>
              <a:t> = </a:t>
            </a:r>
            <a:r>
              <a:rPr lang="en-US" dirty="0" err="1">
                <a:sym typeface="Wingdings" panose="05000000000000000000" pitchFamily="2" charset="2"/>
              </a:rPr>
              <a:t>unEstudiante</a:t>
            </a:r>
            <a:r>
              <a:rPr lang="en-US" dirty="0">
                <a:sym typeface="Wingdings" panose="05000000000000000000" pitchFamily="2" charset="2"/>
              </a:rPr>
              <a:t> {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nombre</a:t>
            </a:r>
            <a:r>
              <a:rPr lang="en-US" dirty="0">
                <a:sym typeface="Wingdings" panose="05000000000000000000" pitchFamily="2" charset="2"/>
              </a:rPr>
              <a:t> :: String,</a:t>
            </a:r>
          </a:p>
          <a:p>
            <a:pPr lvl="2"/>
            <a:r>
              <a:rPr lang="en-US" dirty="0" err="1">
                <a:sym typeface="Wingdings" panose="05000000000000000000" pitchFamily="2" charset="2"/>
              </a:rPr>
              <a:t>legajo</a:t>
            </a:r>
            <a:r>
              <a:rPr lang="en-US" dirty="0">
                <a:sym typeface="Wingdings" panose="05000000000000000000" pitchFamily="2" charset="2"/>
              </a:rPr>
              <a:t> :: String,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nota :: </a:t>
            </a:r>
            <a:r>
              <a:rPr lang="en-US" dirty="0" err="1">
                <a:sym typeface="Wingdings" panose="05000000000000000000" pitchFamily="2" charset="2"/>
              </a:rPr>
              <a:t>Int</a:t>
            </a:r>
            <a:endParaRPr lang="en-US" dirty="0">
              <a:sym typeface="Wingdings" panose="05000000000000000000" pitchFamily="2" charset="2"/>
            </a:endParaRP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} deriving  (Show, </a:t>
            </a:r>
            <a:r>
              <a:rPr lang="en-US" dirty="0" err="1" smtClean="0">
                <a:sym typeface="Wingdings" panose="05000000000000000000" pitchFamily="2" charset="2"/>
              </a:rPr>
              <a:t>Eq</a:t>
            </a:r>
            <a:r>
              <a:rPr lang="en-US" dirty="0" smtClean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Ahora</a:t>
            </a:r>
            <a:r>
              <a:rPr lang="en-US" dirty="0" smtClean="0">
                <a:sym typeface="Wingdings" panose="05000000000000000000" pitchFamily="2" charset="2"/>
              </a:rPr>
              <a:t> se </a:t>
            </a:r>
            <a:r>
              <a:rPr lang="en-US" dirty="0" err="1" smtClean="0">
                <a:sym typeface="Wingdings" panose="05000000000000000000" pitchFamily="2" charset="2"/>
              </a:rPr>
              <a:t>pude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mostrar</a:t>
            </a:r>
            <a:r>
              <a:rPr lang="en-US" dirty="0" smtClean="0">
                <a:sym typeface="Wingdings" panose="05000000000000000000" pitchFamily="2" charset="2"/>
              </a:rPr>
              <a:t> y </a:t>
            </a:r>
            <a:r>
              <a:rPr lang="en-US" dirty="0" err="1" smtClean="0">
                <a:sym typeface="Wingdings" panose="05000000000000000000" pitchFamily="2" charset="2"/>
              </a:rPr>
              <a:t>comparar</a:t>
            </a:r>
            <a:endParaRPr lang="en-US" dirty="0" smtClean="0">
              <a:sym typeface="Wingdings" panose="05000000000000000000" pitchFamily="2" charset="2"/>
            </a:endParaRPr>
          </a:p>
          <a:p>
            <a:pPr lvl="1"/>
            <a:r>
              <a:rPr lang="en-US" dirty="0" err="1" smtClean="0">
                <a:sym typeface="Wingdings" panose="05000000000000000000" pitchFamily="2" charset="2"/>
              </a:rPr>
              <a:t>juanita</a:t>
            </a:r>
            <a:r>
              <a:rPr lang="en-US" dirty="0" smtClean="0">
                <a:sym typeface="Wingdings" panose="05000000000000000000" pitchFamily="2" charset="2"/>
              </a:rPr>
              <a:t>  (</a:t>
            </a:r>
            <a:r>
              <a:rPr lang="en-US" dirty="0" err="1" smtClean="0">
                <a:sym typeface="Wingdings" panose="05000000000000000000" pitchFamily="2" charset="2"/>
              </a:rPr>
              <a:t>Muestra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contenido</a:t>
            </a:r>
            <a:r>
              <a:rPr lang="en-US" dirty="0" smtClean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j</a:t>
            </a:r>
            <a:r>
              <a:rPr lang="en-US" dirty="0" err="1" smtClean="0">
                <a:sym typeface="Wingdings" panose="05000000000000000000" pitchFamily="2" charset="2"/>
              </a:rPr>
              <a:t>uanita</a:t>
            </a:r>
            <a:r>
              <a:rPr lang="en-US" dirty="0" smtClean="0">
                <a:sym typeface="Wingdings" panose="05000000000000000000" pitchFamily="2" charset="2"/>
              </a:rPr>
              <a:t> == </a:t>
            </a:r>
            <a:r>
              <a:rPr lang="en-US" dirty="0" err="1" smtClean="0">
                <a:sym typeface="Wingdings" panose="05000000000000000000" pitchFamily="2" charset="2"/>
              </a:rPr>
              <a:t>pedrito</a:t>
            </a:r>
            <a:r>
              <a:rPr lang="en-US" dirty="0" smtClean="0">
                <a:sym typeface="Wingdings" panose="05000000000000000000" pitchFamily="2" charset="2"/>
              </a:rPr>
              <a:t>  (False)</a:t>
            </a:r>
            <a:endParaRPr lang="en-US" dirty="0"/>
          </a:p>
          <a:p>
            <a:pPr lvl="1"/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332001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 err="1" smtClean="0"/>
              <a:t>queAlumno</a:t>
            </a:r>
            <a:r>
              <a:rPr lang="es-AR" dirty="0"/>
              <a:t> </a:t>
            </a:r>
            <a:r>
              <a:rPr lang="es-AR" dirty="0" smtClean="0"/>
              <a:t>:: Estudiante -&gt; </a:t>
            </a:r>
            <a:r>
              <a:rPr lang="es-AR" dirty="0" err="1" smtClean="0"/>
              <a:t>String</a:t>
            </a:r>
            <a:endParaRPr lang="es-AR" dirty="0" smtClean="0"/>
          </a:p>
          <a:p>
            <a:r>
              <a:rPr lang="es-AR" dirty="0" err="1" smtClean="0"/>
              <a:t>queAlumno</a:t>
            </a:r>
            <a:r>
              <a:rPr lang="es-AR" dirty="0" smtClean="0"/>
              <a:t> (Estudiante _ _ 7) = “Sabe Algo”</a:t>
            </a:r>
          </a:p>
          <a:p>
            <a:r>
              <a:rPr lang="es-AR" dirty="0" err="1" smtClean="0"/>
              <a:t>queAlumno</a:t>
            </a:r>
            <a:r>
              <a:rPr lang="es-AR" dirty="0" smtClean="0"/>
              <a:t> Estudiante {nota &gt;= 7} = “Genio”</a:t>
            </a:r>
            <a:endParaRPr lang="es-AR" dirty="0" smtClean="0"/>
          </a:p>
          <a:p>
            <a:r>
              <a:rPr lang="es-AR" dirty="0" err="1" smtClean="0"/>
              <a:t>queAlumno</a:t>
            </a:r>
            <a:r>
              <a:rPr lang="es-AR" dirty="0" smtClean="0"/>
              <a:t> _ = “Si que Sabe”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4434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Listas en </a:t>
            </a:r>
            <a:r>
              <a:rPr lang="es-AR" dirty="0" err="1" smtClean="0"/>
              <a:t>Haskell</a:t>
            </a:r>
            <a:r>
              <a:rPr lang="es-AR" dirty="0" smtClean="0"/>
              <a:t> [ …… ]</a:t>
            </a:r>
          </a:p>
          <a:p>
            <a:pPr lvl="1"/>
            <a:r>
              <a:rPr lang="es-AR" dirty="0"/>
              <a:t>j</a:t>
            </a:r>
            <a:r>
              <a:rPr lang="es-AR" dirty="0" smtClean="0"/>
              <a:t>uan </a:t>
            </a:r>
            <a:r>
              <a:rPr lang="es-AR" dirty="0"/>
              <a:t>= (“Juan”, 9,”haedo”)</a:t>
            </a:r>
          </a:p>
          <a:p>
            <a:pPr lvl="1"/>
            <a:r>
              <a:rPr lang="es-AR" dirty="0" smtClean="0"/>
              <a:t>pedro </a:t>
            </a:r>
            <a:r>
              <a:rPr lang="es-AR" dirty="0"/>
              <a:t>= (“Pedro”, 9,”boedo</a:t>
            </a:r>
            <a:r>
              <a:rPr lang="es-AR" dirty="0" smtClean="0"/>
              <a:t>”)</a:t>
            </a:r>
          </a:p>
          <a:p>
            <a:pPr lvl="1"/>
            <a:r>
              <a:rPr lang="es-AR" dirty="0" err="1" smtClean="0"/>
              <a:t>maria</a:t>
            </a:r>
            <a:r>
              <a:rPr lang="es-AR" dirty="0" smtClean="0"/>
              <a:t> </a:t>
            </a:r>
            <a:r>
              <a:rPr lang="es-AR" dirty="0"/>
              <a:t>= (“Pedro”, </a:t>
            </a:r>
            <a:r>
              <a:rPr lang="es-AR" dirty="0" smtClean="0"/>
              <a:t>10,”</a:t>
            </a:r>
            <a:r>
              <a:rPr lang="es-AR" dirty="0"/>
              <a:t>boedo</a:t>
            </a:r>
            <a:r>
              <a:rPr lang="es-AR" dirty="0" smtClean="0"/>
              <a:t>”)</a:t>
            </a:r>
            <a:endParaRPr lang="es-AR" dirty="0"/>
          </a:p>
          <a:p>
            <a:r>
              <a:rPr lang="es-AR" dirty="0"/>
              <a:t>Listas equivale a los </a:t>
            </a:r>
            <a:r>
              <a:rPr lang="es-AR" dirty="0" err="1"/>
              <a:t>arrays</a:t>
            </a:r>
            <a:r>
              <a:rPr lang="es-AR" dirty="0"/>
              <a:t> de C</a:t>
            </a:r>
          </a:p>
          <a:p>
            <a:pPr lvl="1"/>
            <a:r>
              <a:rPr lang="es-AR" dirty="0"/>
              <a:t>Personas = [ juan , pedro, </a:t>
            </a:r>
            <a:r>
              <a:rPr lang="es-AR" dirty="0" err="1"/>
              <a:t>maria</a:t>
            </a:r>
            <a:r>
              <a:rPr lang="es-AR" dirty="0"/>
              <a:t>]</a:t>
            </a:r>
          </a:p>
          <a:p>
            <a:r>
              <a:rPr lang="es-AR" dirty="0"/>
              <a:t>Funciones</a:t>
            </a:r>
          </a:p>
          <a:p>
            <a:pPr lvl="1"/>
            <a:r>
              <a:rPr lang="es-AR" dirty="0" err="1"/>
              <a:t>last</a:t>
            </a:r>
            <a:r>
              <a:rPr lang="es-AR" dirty="0"/>
              <a:t>, head, </a:t>
            </a:r>
            <a:r>
              <a:rPr lang="es-AR" dirty="0" err="1"/>
              <a:t>maximum</a:t>
            </a:r>
            <a:r>
              <a:rPr lang="es-AR" dirty="0"/>
              <a:t>, ++, reverse, </a:t>
            </a:r>
            <a:r>
              <a:rPr lang="es-AR" dirty="0" err="1"/>
              <a:t>tail</a:t>
            </a:r>
            <a:r>
              <a:rPr lang="es-AR" dirty="0"/>
              <a:t>, a:[b,c], </a:t>
            </a:r>
            <a:r>
              <a:rPr lang="es-AR" dirty="0" err="1"/>
              <a:t>take</a:t>
            </a:r>
            <a:r>
              <a:rPr lang="es-AR" dirty="0"/>
              <a:t> n , lista||numero , </a:t>
            </a:r>
            <a:r>
              <a:rPr lang="es-AR" dirty="0" err="1"/>
              <a:t>minimum</a:t>
            </a:r>
            <a:r>
              <a:rPr lang="es-AR" dirty="0"/>
              <a:t>, sum,  </a:t>
            </a:r>
            <a:r>
              <a:rPr lang="es-AR" dirty="0" err="1"/>
              <a:t>sort</a:t>
            </a:r>
            <a:endParaRPr lang="es-AR" dirty="0"/>
          </a:p>
          <a:p>
            <a:r>
              <a:rPr lang="es-AR" dirty="0"/>
              <a:t>Las listas pueden ser de valores o de listas</a:t>
            </a:r>
          </a:p>
          <a:p>
            <a:r>
              <a:rPr lang="es-AR" dirty="0"/>
              <a:t>Se pueden enumerar para </a:t>
            </a:r>
            <a:r>
              <a:rPr lang="es-AR" dirty="0" err="1"/>
              <a:t>PatternMatching</a:t>
            </a:r>
            <a:endParaRPr lang="es-AR" dirty="0"/>
          </a:p>
          <a:p>
            <a:r>
              <a:rPr lang="es-AR" dirty="0"/>
              <a:t>Tipos</a:t>
            </a:r>
          </a:p>
          <a:p>
            <a:pPr lvl="1"/>
            <a:r>
              <a:rPr lang="es-AR" dirty="0"/>
              <a:t>grupo =  [Persona ]</a:t>
            </a:r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9043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endParaRPr lang="es-AR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s-AR" dirty="0" smtClean="0"/>
              <a:t>Ejercicio de Tipos</a:t>
            </a:r>
          </a:p>
          <a:p>
            <a:endParaRPr lang="es-AR" dirty="0" smtClean="0"/>
          </a:p>
          <a:p>
            <a:pPr lvl="1"/>
            <a:endParaRPr lang="es-AR" dirty="0" smtClean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37961"/>
              </p:ext>
            </p:extLst>
          </p:nvPr>
        </p:nvGraphicFramePr>
        <p:xfrm>
          <a:off x="899592" y="2348880"/>
          <a:ext cx="7560840" cy="2966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8192"/>
                <a:gridCol w="1728192"/>
                <a:gridCol w="2376264"/>
                <a:gridCol w="1728192"/>
              </a:tblGrid>
              <a:tr h="370840"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snd</a:t>
                      </a:r>
                      <a:r>
                        <a:rPr lang="es-AR" dirty="0" smtClean="0"/>
                        <a:t>(“hola”, 1)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snd</a:t>
                      </a:r>
                      <a:r>
                        <a:rPr lang="es-AR" dirty="0" smtClean="0"/>
                        <a:t>(3.4 , 4.1)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snd</a:t>
                      </a:r>
                      <a:r>
                        <a:rPr lang="es-AR" dirty="0" smtClean="0"/>
                        <a:t> (‘a’, </a:t>
                      </a:r>
                      <a:r>
                        <a:rPr lang="es-AR" dirty="0" err="1" smtClean="0"/>
                        <a:t>even</a:t>
                      </a:r>
                      <a:r>
                        <a:rPr lang="es-AR" dirty="0" smtClean="0"/>
                        <a:t>)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snd</a:t>
                      </a:r>
                      <a:r>
                        <a:rPr lang="es-AR" dirty="0" smtClean="0"/>
                        <a:t>::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smtClean="0"/>
                        <a:t>id “hola”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id 34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id </a:t>
                      </a:r>
                      <a:r>
                        <a:rPr lang="es-AR" dirty="0" err="1" smtClean="0"/>
                        <a:t>even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id::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length</a:t>
                      </a:r>
                      <a:r>
                        <a:rPr lang="es-AR" dirty="0" smtClean="0"/>
                        <a:t> “hola”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length</a:t>
                      </a:r>
                      <a:r>
                        <a:rPr lang="es-AR" baseline="0" dirty="0" smtClean="0"/>
                        <a:t> 7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length</a:t>
                      </a:r>
                      <a:r>
                        <a:rPr lang="es-AR" dirty="0" smtClean="0"/>
                        <a:t> [</a:t>
                      </a:r>
                      <a:r>
                        <a:rPr lang="es-AR" dirty="0" err="1" smtClean="0"/>
                        <a:t>even</a:t>
                      </a:r>
                      <a:r>
                        <a:rPr lang="es-AR" dirty="0" smtClean="0"/>
                        <a:t>, </a:t>
                      </a:r>
                      <a:r>
                        <a:rPr lang="es-AR" dirty="0" err="1" smtClean="0"/>
                        <a:t>odd</a:t>
                      </a:r>
                      <a:r>
                        <a:rPr lang="es-AR" dirty="0" smtClean="0"/>
                        <a:t>]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length</a:t>
                      </a:r>
                      <a:r>
                        <a:rPr lang="es-AR" dirty="0" smtClean="0"/>
                        <a:t>::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smtClean="0"/>
                        <a:t>2 : [3 ,</a:t>
                      </a:r>
                      <a:r>
                        <a:rPr lang="es-AR" baseline="0" dirty="0" smtClean="0"/>
                        <a:t> </a:t>
                      </a:r>
                      <a:r>
                        <a:rPr lang="es-AR" dirty="0" smtClean="0"/>
                        <a:t>4]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‘a’ :  “</a:t>
                      </a:r>
                      <a:r>
                        <a:rPr lang="es-AR" dirty="0" err="1" smtClean="0"/>
                        <a:t>loha</a:t>
                      </a:r>
                      <a:r>
                        <a:rPr lang="es-AR" dirty="0" smtClean="0"/>
                        <a:t>”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“a” : “</a:t>
                      </a:r>
                      <a:r>
                        <a:rPr lang="es-AR" dirty="0" err="1" smtClean="0"/>
                        <a:t>loha</a:t>
                      </a:r>
                      <a:r>
                        <a:rPr lang="es-AR" dirty="0" smtClean="0"/>
                        <a:t>”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(:) ::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smtClean="0"/>
                        <a:t>5.1 + 2.4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2.2 + </a:t>
                      </a:r>
                      <a:r>
                        <a:rPr lang="es-AR" dirty="0" err="1" smtClean="0"/>
                        <a:t>length</a:t>
                      </a:r>
                      <a:r>
                        <a:rPr lang="es-AR" baseline="0" dirty="0" smtClean="0"/>
                        <a:t> [ ] 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‘a’ + ‘b’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(+) ::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smtClean="0"/>
                        <a:t>sum [2,3,4]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sum [1.2,</a:t>
                      </a:r>
                      <a:r>
                        <a:rPr lang="es-AR" baseline="0" dirty="0" smtClean="0"/>
                        <a:t> 3.4]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sum “Hola”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Sum</a:t>
                      </a:r>
                      <a:r>
                        <a:rPr lang="es-AR" baseline="0" dirty="0" smtClean="0"/>
                        <a:t> ::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smtClean="0"/>
                        <a:t>True &gt;</a:t>
                      </a:r>
                      <a:r>
                        <a:rPr lang="es-AR" baseline="0" dirty="0" smtClean="0"/>
                        <a:t> False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smtClean="0"/>
                        <a:t>‘a’ &gt; 3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even</a:t>
                      </a:r>
                      <a:r>
                        <a:rPr lang="es-AR" dirty="0" smtClean="0"/>
                        <a:t> &gt; </a:t>
                      </a:r>
                      <a:r>
                        <a:rPr lang="es-AR" dirty="0" err="1" smtClean="0"/>
                        <a:t>odd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aseline="0" dirty="0" smtClean="0"/>
                        <a:t>(&gt;) ::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maximum</a:t>
                      </a:r>
                      <a:r>
                        <a:rPr lang="es-AR" dirty="0" smtClean="0"/>
                        <a:t> “</a:t>
                      </a:r>
                      <a:r>
                        <a:rPr lang="es-AR" dirty="0" err="1" smtClean="0"/>
                        <a:t>abc</a:t>
                      </a:r>
                      <a:r>
                        <a:rPr lang="es-AR" dirty="0" smtClean="0"/>
                        <a:t>”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dirty="0" err="1" smtClean="0"/>
                        <a:t>maximum</a:t>
                      </a:r>
                      <a:r>
                        <a:rPr lang="es-AR" dirty="0" smtClean="0"/>
                        <a:t> [3,4]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dirty="0" err="1" smtClean="0"/>
                        <a:t>maximum</a:t>
                      </a:r>
                      <a:r>
                        <a:rPr lang="es-AR" dirty="0" smtClean="0"/>
                        <a:t> [</a:t>
                      </a:r>
                      <a:r>
                        <a:rPr lang="es-AR" dirty="0" err="1" smtClean="0"/>
                        <a:t>even</a:t>
                      </a:r>
                      <a:r>
                        <a:rPr lang="es-AR" baseline="0" dirty="0" smtClean="0"/>
                        <a:t> </a:t>
                      </a:r>
                      <a:r>
                        <a:rPr lang="es-AR" baseline="0" dirty="0" err="1" smtClean="0"/>
                        <a:t>odd</a:t>
                      </a:r>
                      <a:r>
                        <a:rPr lang="es-AR" baseline="0" dirty="0" smtClean="0"/>
                        <a:t>]</a:t>
                      </a:r>
                      <a:endParaRPr lang="es-A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AR" baseline="0" dirty="0" err="1" smtClean="0"/>
                        <a:t>maximum</a:t>
                      </a:r>
                      <a:r>
                        <a:rPr lang="es-AR" baseline="0" dirty="0" smtClean="0"/>
                        <a:t> ::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576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r>
              <a:rPr lang="es-AR" dirty="0" smtClean="0"/>
              <a:t> - STACK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70000" lnSpcReduction="20000"/>
          </a:bodyPr>
          <a:lstStyle/>
          <a:p>
            <a:pPr marL="342900" lvl="2" indent="-342900"/>
            <a:r>
              <a:rPr lang="en-US" sz="3200" dirty="0" err="1" smtClean="0"/>
              <a:t>Guardas</a:t>
            </a:r>
            <a:r>
              <a:rPr lang="en-US" sz="3200" dirty="0" smtClean="0"/>
              <a:t> y </a:t>
            </a:r>
            <a:r>
              <a:rPr lang="en-US" sz="3200" dirty="0" err="1" smtClean="0"/>
              <a:t>Generación</a:t>
            </a:r>
            <a:r>
              <a:rPr lang="en-US" sz="3200" dirty="0" smtClean="0"/>
              <a:t> </a:t>
            </a:r>
            <a:r>
              <a:rPr lang="en-US" sz="3200" dirty="0"/>
              <a:t>de Tests para f </a:t>
            </a:r>
            <a:r>
              <a:rPr lang="en-US" sz="3200" dirty="0" smtClean="0"/>
              <a:t>x</a:t>
            </a:r>
          </a:p>
          <a:p>
            <a:pPr lvl="1"/>
            <a:r>
              <a:rPr lang="en-US" dirty="0" err="1" smtClean="0"/>
              <a:t>Definición</a:t>
            </a:r>
            <a:r>
              <a:rPr lang="en-US" dirty="0" smtClean="0"/>
              <a:t> de </a:t>
            </a:r>
            <a:r>
              <a:rPr lang="en-US" dirty="0" err="1" smtClean="0"/>
              <a:t>Clases</a:t>
            </a:r>
            <a:r>
              <a:rPr lang="en-US" dirty="0" smtClean="0"/>
              <a:t> de </a:t>
            </a:r>
            <a:r>
              <a:rPr lang="en-US" dirty="0" err="1" smtClean="0"/>
              <a:t>resultados</a:t>
            </a:r>
            <a:endParaRPr lang="en-US" dirty="0" smtClean="0"/>
          </a:p>
          <a:p>
            <a:pPr lvl="2"/>
            <a:r>
              <a:rPr lang="en-US" dirty="0" err="1" smtClean="0"/>
              <a:t>Por</a:t>
            </a:r>
            <a:r>
              <a:rPr lang="en-US" dirty="0" smtClean="0"/>
              <a:t> la primer </a:t>
            </a:r>
            <a:r>
              <a:rPr lang="en-US" dirty="0" err="1" smtClean="0"/>
              <a:t>guarda</a:t>
            </a:r>
            <a:r>
              <a:rPr lang="en-US" dirty="0" smtClean="0"/>
              <a:t> x&lt; -1 </a:t>
            </a:r>
            <a:r>
              <a:rPr lang="en-US" dirty="0" err="1" smtClean="0"/>
              <a:t>nos</a:t>
            </a:r>
            <a:r>
              <a:rPr lang="en-US" dirty="0" smtClean="0"/>
              <a:t> da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clase</a:t>
            </a:r>
            <a:r>
              <a:rPr lang="en-US" dirty="0" smtClean="0"/>
              <a:t> que </a:t>
            </a:r>
            <a:r>
              <a:rPr lang="en-US" dirty="0" err="1" smtClean="0"/>
              <a:t>engloba</a:t>
            </a:r>
            <a:r>
              <a:rPr lang="en-US" dirty="0" smtClean="0"/>
              <a:t> a -2, -3, …</a:t>
            </a:r>
          </a:p>
          <a:p>
            <a:pPr lvl="3"/>
            <a:r>
              <a:rPr lang="en-US" dirty="0" smtClean="0"/>
              <a:t>Con </a:t>
            </a:r>
            <a:r>
              <a:rPr lang="en-US" dirty="0" err="1" smtClean="0"/>
              <a:t>esto</a:t>
            </a:r>
            <a:r>
              <a:rPr lang="en-US" dirty="0" smtClean="0"/>
              <a:t> se </a:t>
            </a:r>
            <a:r>
              <a:rPr lang="en-US" dirty="0" err="1" smtClean="0"/>
              <a:t>puede</a:t>
            </a:r>
            <a:r>
              <a:rPr lang="en-US" dirty="0" smtClean="0"/>
              <a:t> </a:t>
            </a:r>
            <a:r>
              <a:rPr lang="en-US" dirty="0" err="1" smtClean="0"/>
              <a:t>generar</a:t>
            </a:r>
            <a:r>
              <a:rPr lang="en-US" dirty="0" smtClean="0"/>
              <a:t> el primer test para </a:t>
            </a:r>
            <a:r>
              <a:rPr lang="en-US" dirty="0" err="1" smtClean="0"/>
              <a:t>esta</a:t>
            </a:r>
            <a:r>
              <a:rPr lang="en-US" dirty="0" smtClean="0"/>
              <a:t> </a:t>
            </a:r>
            <a:r>
              <a:rPr lang="en-US" dirty="0" err="1" smtClean="0"/>
              <a:t>clase</a:t>
            </a:r>
            <a:endParaRPr lang="en-US" dirty="0" smtClean="0"/>
          </a:p>
          <a:p>
            <a:r>
              <a:rPr lang="en-US" dirty="0" err="1" smtClean="0"/>
              <a:t>En</a:t>
            </a:r>
            <a:r>
              <a:rPr lang="en-US" dirty="0" smtClean="0"/>
              <a:t> el </a:t>
            </a:r>
            <a:r>
              <a:rPr lang="en-US" dirty="0" err="1" smtClean="0"/>
              <a:t>archivo</a:t>
            </a:r>
            <a:r>
              <a:rPr lang="en-US" dirty="0" smtClean="0"/>
              <a:t> </a:t>
            </a:r>
            <a:r>
              <a:rPr lang="en-US" dirty="0" err="1" smtClean="0"/>
              <a:t>Spec.hs</a:t>
            </a:r>
            <a:endParaRPr lang="en-US" dirty="0" smtClean="0"/>
          </a:p>
          <a:p>
            <a:pPr lvl="1"/>
            <a:r>
              <a:rPr lang="en-US" dirty="0" smtClean="0"/>
              <a:t>Import </a:t>
            </a:r>
            <a:r>
              <a:rPr lang="en-US" dirty="0" err="1" smtClean="0"/>
              <a:t>PdePreludat</a:t>
            </a:r>
            <a:endParaRPr lang="en-US" dirty="0" smtClean="0"/>
          </a:p>
          <a:p>
            <a:pPr lvl="1"/>
            <a:r>
              <a:rPr lang="en-US" dirty="0" smtClean="0"/>
              <a:t>Import Library</a:t>
            </a:r>
          </a:p>
          <a:p>
            <a:pPr lvl="1"/>
            <a:r>
              <a:rPr lang="en-US" dirty="0" smtClean="0"/>
              <a:t>Import </a:t>
            </a:r>
            <a:r>
              <a:rPr lang="en-US" dirty="0" err="1" smtClean="0"/>
              <a:t>Test.Hspec</a:t>
            </a:r>
            <a:endParaRPr lang="en-US" dirty="0" smtClean="0"/>
          </a:p>
          <a:p>
            <a:pPr lvl="1"/>
            <a:r>
              <a:rPr lang="en-US" dirty="0" smtClean="0"/>
              <a:t>Main = </a:t>
            </a:r>
            <a:r>
              <a:rPr lang="en-US" dirty="0" err="1" smtClean="0"/>
              <a:t>hspec</a:t>
            </a:r>
            <a:r>
              <a:rPr lang="en-US" dirty="0" smtClean="0"/>
              <a:t> $ do</a:t>
            </a:r>
          </a:p>
          <a:p>
            <a:pPr lvl="2"/>
            <a:r>
              <a:rPr lang="en-US" dirty="0" smtClean="0"/>
              <a:t>Describe “Test </a:t>
            </a:r>
            <a:r>
              <a:rPr lang="en-US" dirty="0" err="1" smtClean="0"/>
              <a:t>funcion</a:t>
            </a:r>
            <a:r>
              <a:rPr lang="en-US" dirty="0" smtClean="0"/>
              <a:t> </a:t>
            </a:r>
            <a:r>
              <a:rPr lang="en-US" dirty="0" err="1" smtClean="0"/>
              <a:t>definida</a:t>
            </a:r>
            <a:r>
              <a:rPr lang="en-US" dirty="0" smtClean="0"/>
              <a:t> </a:t>
            </a:r>
            <a:r>
              <a:rPr lang="en-US" dirty="0" err="1" smtClean="0"/>
              <a:t>por</a:t>
            </a:r>
            <a:r>
              <a:rPr lang="en-US" dirty="0" smtClean="0"/>
              <a:t> </a:t>
            </a:r>
            <a:r>
              <a:rPr lang="en-US" dirty="0" err="1" smtClean="0"/>
              <a:t>partes</a:t>
            </a:r>
            <a:r>
              <a:rPr lang="en-US" dirty="0" smtClean="0"/>
              <a:t>” $ do</a:t>
            </a:r>
          </a:p>
          <a:p>
            <a:pPr lvl="3"/>
            <a:r>
              <a:rPr lang="en-US" dirty="0" smtClean="0"/>
              <a:t>It “f 1” do</a:t>
            </a:r>
          </a:p>
          <a:p>
            <a:pPr lvl="4"/>
            <a:r>
              <a:rPr lang="en-US" dirty="0" smtClean="0"/>
              <a:t>(f (0)) `Should be` -1</a:t>
            </a:r>
          </a:p>
          <a:p>
            <a:r>
              <a:rPr lang="en-US" dirty="0" smtClean="0"/>
              <a:t>Stack test</a:t>
            </a:r>
          </a:p>
          <a:p>
            <a:pPr lvl="1"/>
            <a:r>
              <a:rPr lang="en-US" dirty="0" smtClean="0"/>
              <a:t>Si da error </a:t>
            </a:r>
            <a:r>
              <a:rPr lang="en-US" dirty="0" err="1" smtClean="0"/>
              <a:t>es</a:t>
            </a:r>
            <a:r>
              <a:rPr lang="en-US" dirty="0" smtClean="0"/>
              <a:t> </a:t>
            </a:r>
            <a:r>
              <a:rPr lang="en-US" dirty="0" err="1" smtClean="0"/>
              <a:t>porque</a:t>
            </a:r>
            <a:r>
              <a:rPr lang="en-US" dirty="0" smtClean="0"/>
              <a:t> no </a:t>
            </a:r>
            <a:r>
              <a:rPr lang="en-US" dirty="0" err="1" smtClean="0"/>
              <a:t>está</a:t>
            </a:r>
            <a:r>
              <a:rPr lang="en-US" dirty="0" smtClean="0"/>
              <a:t> </a:t>
            </a:r>
            <a:r>
              <a:rPr lang="en-US" dirty="0" err="1" smtClean="0"/>
              <a:t>implementada</a:t>
            </a:r>
            <a:r>
              <a:rPr lang="en-US" dirty="0"/>
              <a:t> </a:t>
            </a:r>
            <a:r>
              <a:rPr lang="en-US" dirty="0" smtClean="0"/>
              <a:t>“f”</a:t>
            </a:r>
          </a:p>
          <a:p>
            <a:pPr lvl="1"/>
            <a:r>
              <a:rPr lang="en-US" dirty="0" err="1" smtClean="0"/>
              <a:t>Editar</a:t>
            </a:r>
            <a:r>
              <a:rPr lang="en-US" dirty="0" smtClean="0"/>
              <a:t> </a:t>
            </a:r>
            <a:r>
              <a:rPr lang="en-US" dirty="0" err="1" smtClean="0"/>
              <a:t>Library.hs</a:t>
            </a:r>
            <a:r>
              <a:rPr lang="en-US" dirty="0"/>
              <a:t> </a:t>
            </a:r>
            <a:r>
              <a:rPr lang="en-US" dirty="0" smtClean="0"/>
              <a:t>y </a:t>
            </a:r>
            <a:r>
              <a:rPr lang="en-US" dirty="0" err="1" smtClean="0"/>
              <a:t>poner</a:t>
            </a:r>
            <a:r>
              <a:rPr lang="en-US" dirty="0" smtClean="0"/>
              <a:t> el </a:t>
            </a: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visto</a:t>
            </a:r>
            <a:r>
              <a:rPr lang="en-US" dirty="0" smtClean="0"/>
              <a:t> </a:t>
            </a:r>
            <a:r>
              <a:rPr lang="en-US" dirty="0" err="1" smtClean="0"/>
              <a:t>anteriormente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Con la </a:t>
            </a:r>
            <a:r>
              <a:rPr lang="en-US" dirty="0" err="1"/>
              <a:t>opción</a:t>
            </a:r>
            <a:r>
              <a:rPr lang="en-US" dirty="0"/>
              <a:t>  --</a:t>
            </a:r>
            <a:r>
              <a:rPr lang="en-US" dirty="0" smtClean="0"/>
              <a:t>file-watch </a:t>
            </a:r>
            <a:r>
              <a:rPr lang="en-US" dirty="0" err="1" smtClean="0"/>
              <a:t>hace</a:t>
            </a:r>
            <a:r>
              <a:rPr lang="en-US" dirty="0" smtClean="0"/>
              <a:t> que </a:t>
            </a:r>
            <a:r>
              <a:rPr lang="en-US" dirty="0" err="1" smtClean="0"/>
              <a:t>cualquier</a:t>
            </a:r>
            <a:r>
              <a:rPr lang="en-US" dirty="0" smtClean="0"/>
              <a:t> </a:t>
            </a:r>
            <a:r>
              <a:rPr lang="en-US" dirty="0" err="1" smtClean="0"/>
              <a:t>cambio</a:t>
            </a:r>
            <a:r>
              <a:rPr lang="en-US" dirty="0" smtClean="0"/>
              <a:t> 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Spec.hs</a:t>
            </a:r>
            <a:r>
              <a:rPr lang="en-US" dirty="0" smtClean="0"/>
              <a:t> o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Library.hs</a:t>
            </a:r>
            <a:r>
              <a:rPr lang="en-US" dirty="0" smtClean="0"/>
              <a:t>, </a:t>
            </a:r>
            <a:r>
              <a:rPr lang="en-US" dirty="0" err="1" smtClean="0"/>
              <a:t>recargue</a:t>
            </a:r>
            <a:r>
              <a:rPr lang="en-US" dirty="0" smtClean="0"/>
              <a:t> el </a:t>
            </a: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automáticamente</a:t>
            </a:r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852936"/>
            <a:ext cx="3600400" cy="129320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76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/>
              <a:t>Paradigma Funcional </a:t>
            </a:r>
            <a:r>
              <a:rPr lang="es-AR" dirty="0" smtClean="0"/>
              <a:t>– </a:t>
            </a:r>
            <a:r>
              <a:rPr lang="es-AR" dirty="0" err="1" smtClean="0"/>
              <a:t>Haskell</a:t>
            </a:r>
            <a:r>
              <a:rPr lang="es-AR" dirty="0" smtClean="0"/>
              <a:t> - STACK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Test Development Driven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PdePreludat</a:t>
            </a:r>
            <a:endParaRPr lang="en-US" dirty="0"/>
          </a:p>
          <a:p>
            <a:pPr lvl="1"/>
            <a:r>
              <a:rPr lang="en-US" dirty="0"/>
              <a:t>Import Library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Test.Hspec</a:t>
            </a:r>
            <a:endParaRPr lang="en-US" dirty="0"/>
          </a:p>
          <a:p>
            <a:pPr lvl="1"/>
            <a:r>
              <a:rPr lang="en-US" dirty="0"/>
              <a:t>Main = </a:t>
            </a:r>
            <a:r>
              <a:rPr lang="en-US" dirty="0" err="1"/>
              <a:t>hspec</a:t>
            </a:r>
            <a:r>
              <a:rPr lang="en-US" dirty="0"/>
              <a:t> $ do</a:t>
            </a:r>
          </a:p>
          <a:p>
            <a:pPr lvl="2"/>
            <a:r>
              <a:rPr lang="en-US" dirty="0"/>
              <a:t>Describe “Test </a:t>
            </a:r>
            <a:r>
              <a:rPr lang="en-US" dirty="0" err="1"/>
              <a:t>funcion</a:t>
            </a:r>
            <a:r>
              <a:rPr lang="en-US" dirty="0"/>
              <a:t> </a:t>
            </a:r>
            <a:r>
              <a:rPr lang="en-US" dirty="0" err="1"/>
              <a:t>definida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partes</a:t>
            </a:r>
            <a:r>
              <a:rPr lang="en-US" dirty="0"/>
              <a:t>” $ do</a:t>
            </a:r>
          </a:p>
          <a:p>
            <a:pPr lvl="3"/>
            <a:r>
              <a:rPr lang="en-US" dirty="0"/>
              <a:t>It “f </a:t>
            </a:r>
            <a:r>
              <a:rPr lang="en-US" dirty="0" smtClean="0"/>
              <a:t>(-2)” </a:t>
            </a:r>
            <a:r>
              <a:rPr lang="en-US" dirty="0"/>
              <a:t>do</a:t>
            </a:r>
          </a:p>
          <a:p>
            <a:pPr lvl="4"/>
            <a:r>
              <a:rPr lang="en-US" dirty="0"/>
              <a:t>(f </a:t>
            </a:r>
            <a:r>
              <a:rPr lang="en-US" dirty="0" smtClean="0"/>
              <a:t>(-2)) </a:t>
            </a:r>
            <a:r>
              <a:rPr lang="en-US" dirty="0"/>
              <a:t>`Should be` </a:t>
            </a:r>
            <a:r>
              <a:rPr lang="en-US" dirty="0" smtClean="0"/>
              <a:t>(-1)</a:t>
            </a:r>
          </a:p>
          <a:p>
            <a:pPr lvl="3"/>
            <a:r>
              <a:rPr lang="en-US" dirty="0"/>
              <a:t>It “f </a:t>
            </a:r>
            <a:r>
              <a:rPr lang="en-US" dirty="0" smtClean="0"/>
              <a:t>(-1)” </a:t>
            </a:r>
            <a:r>
              <a:rPr lang="en-US" dirty="0"/>
              <a:t>do</a:t>
            </a:r>
          </a:p>
          <a:p>
            <a:pPr lvl="4"/>
            <a:r>
              <a:rPr lang="en-US" dirty="0"/>
              <a:t>(f </a:t>
            </a:r>
            <a:r>
              <a:rPr lang="en-US" dirty="0" smtClean="0"/>
              <a:t>(-1)) </a:t>
            </a:r>
            <a:r>
              <a:rPr lang="en-US" dirty="0"/>
              <a:t>`Should be` 1</a:t>
            </a:r>
          </a:p>
          <a:p>
            <a:pPr lvl="3"/>
            <a:r>
              <a:rPr lang="en-US" dirty="0"/>
              <a:t>It “f </a:t>
            </a:r>
            <a:r>
              <a:rPr lang="en-US" dirty="0" smtClean="0"/>
              <a:t>(1</a:t>
            </a:r>
            <a:r>
              <a:rPr lang="en-US" dirty="0"/>
              <a:t>)” do</a:t>
            </a:r>
          </a:p>
          <a:p>
            <a:pPr lvl="4"/>
            <a:r>
              <a:rPr lang="en-US" dirty="0"/>
              <a:t>(f </a:t>
            </a:r>
            <a:r>
              <a:rPr lang="en-US" dirty="0" smtClean="0"/>
              <a:t>(1)) </a:t>
            </a:r>
            <a:r>
              <a:rPr lang="en-US" dirty="0"/>
              <a:t>`Should be` </a:t>
            </a:r>
            <a:r>
              <a:rPr lang="en-US" dirty="0" smtClean="0"/>
              <a:t>1</a:t>
            </a:r>
          </a:p>
          <a:p>
            <a:pPr lvl="3"/>
            <a:r>
              <a:rPr lang="en-US" dirty="0"/>
              <a:t>It “f </a:t>
            </a:r>
            <a:r>
              <a:rPr lang="en-US" dirty="0" smtClean="0"/>
              <a:t>(2)” </a:t>
            </a:r>
            <a:r>
              <a:rPr lang="en-US" dirty="0"/>
              <a:t>do</a:t>
            </a:r>
          </a:p>
          <a:p>
            <a:pPr lvl="4"/>
            <a:r>
              <a:rPr lang="en-US" dirty="0"/>
              <a:t>(f </a:t>
            </a:r>
            <a:r>
              <a:rPr lang="en-US" dirty="0" smtClean="0"/>
              <a:t>(2)) </a:t>
            </a:r>
            <a:r>
              <a:rPr lang="en-US" dirty="0"/>
              <a:t>`Should be` </a:t>
            </a:r>
            <a:r>
              <a:rPr lang="en-US" dirty="0" smtClean="0"/>
              <a:t> (-1)</a:t>
            </a:r>
          </a:p>
          <a:p>
            <a:r>
              <a:rPr lang="en-US" dirty="0" smtClean="0"/>
              <a:t>Con </a:t>
            </a:r>
            <a:r>
              <a:rPr lang="en-US" dirty="0" err="1" smtClean="0"/>
              <a:t>esto</a:t>
            </a:r>
            <a:r>
              <a:rPr lang="en-US" dirty="0" smtClean="0"/>
              <a:t> se </a:t>
            </a:r>
            <a:r>
              <a:rPr lang="en-US" dirty="0" err="1" smtClean="0"/>
              <a:t>logra</a:t>
            </a:r>
            <a:r>
              <a:rPr lang="en-US" dirty="0" smtClean="0"/>
              <a:t> </a:t>
            </a:r>
            <a:r>
              <a:rPr lang="en-US" dirty="0" err="1" smtClean="0"/>
              <a:t>tener</a:t>
            </a:r>
            <a:r>
              <a:rPr lang="en-US" dirty="0" smtClean="0"/>
              <a:t> test de </a:t>
            </a:r>
            <a:r>
              <a:rPr lang="en-US" dirty="0" err="1" smtClean="0"/>
              <a:t>regresión</a:t>
            </a:r>
            <a:r>
              <a:rPr lang="en-US" dirty="0" smtClean="0"/>
              <a:t> junto con la </a:t>
            </a:r>
            <a:r>
              <a:rPr lang="en-US" dirty="0" err="1" smtClean="0"/>
              <a:t>creación</a:t>
            </a:r>
            <a:r>
              <a:rPr lang="en-US" dirty="0" smtClean="0"/>
              <a:t> del </a:t>
            </a: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Library.hs</a:t>
            </a:r>
            <a:endParaRPr lang="en-US" dirty="0" smtClean="0"/>
          </a:p>
          <a:p>
            <a:endParaRPr lang="en-US" dirty="0"/>
          </a:p>
          <a:p>
            <a:pPr lvl="4"/>
            <a:endParaRPr lang="en-US" dirty="0" smtClean="0"/>
          </a:p>
          <a:p>
            <a:pPr lvl="4"/>
            <a:endParaRPr lang="en-US" dirty="0"/>
          </a:p>
          <a:p>
            <a:pPr lvl="3"/>
            <a:endParaRPr lang="en-US" dirty="0" smtClean="0"/>
          </a:p>
          <a:p>
            <a:pPr lvl="3"/>
            <a:endParaRPr lang="en-US" dirty="0" smtClean="0"/>
          </a:p>
          <a:p>
            <a:pPr lvl="3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  <a:p>
            <a:endParaRPr lang="es-AR" dirty="0" smtClean="0"/>
          </a:p>
          <a:p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752536"/>
            <a:ext cx="3865520" cy="138843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84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7130</TotalTime>
  <Words>1536</Words>
  <Application>Microsoft Office PowerPoint</Application>
  <PresentationFormat>Presentación en pantalla (4:3)</PresentationFormat>
  <Paragraphs>306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Paradigmas de Programación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-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</vt:lpstr>
      <vt:lpstr>Paradigma Funcional – Haskell - STACK</vt:lpstr>
      <vt:lpstr>Paradigma Funcional – Haskell - STACK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89</cp:revision>
  <dcterms:created xsi:type="dcterms:W3CDTF">2024-03-08T18:13:29Z</dcterms:created>
  <dcterms:modified xsi:type="dcterms:W3CDTF">2024-03-27T17:43:37Z</dcterms:modified>
</cp:coreProperties>
</file>