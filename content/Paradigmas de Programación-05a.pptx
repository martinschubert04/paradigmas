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85" r:id="rId4"/>
    <p:sldId id="287" r:id="rId5"/>
    <p:sldId id="289" r:id="rId6"/>
    <p:sldId id="290" r:id="rId7"/>
    <p:sldId id="291" r:id="rId8"/>
    <p:sldId id="293" r:id="rId9"/>
    <p:sldId id="294" r:id="rId10"/>
    <p:sldId id="295" r:id="rId11"/>
    <p:sldId id="296" r:id="rId12"/>
    <p:sldId id="297" r:id="rId13"/>
    <p:sldId id="298" r:id="rId14"/>
    <p:sldId id="299" r:id="rId1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11/04/2024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Paradigma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smtClean="0"/>
              <a:t>La idea fundamental</a:t>
            </a:r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80142"/>
            <a:ext cx="793604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788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s-AR" dirty="0" smtClean="0"/>
              <a:t>Repaso:</a:t>
            </a:r>
          </a:p>
          <a:p>
            <a:pPr lvl="1"/>
            <a:r>
              <a:rPr lang="es-AR" dirty="0" smtClean="0"/>
              <a:t>Aplicación y Expresión</a:t>
            </a:r>
          </a:p>
          <a:p>
            <a:pPr lvl="2"/>
            <a:r>
              <a:rPr lang="es-AR" dirty="0" err="1" smtClean="0"/>
              <a:t>esMayor</a:t>
            </a:r>
            <a:r>
              <a:rPr lang="es-AR" dirty="0" smtClean="0"/>
              <a:t> 17  -- FALSE</a:t>
            </a:r>
          </a:p>
          <a:p>
            <a:pPr lvl="2"/>
            <a:r>
              <a:rPr lang="es-AR" dirty="0" smtClean="0"/>
              <a:t>:t </a:t>
            </a:r>
            <a:r>
              <a:rPr lang="es-AR" dirty="0" err="1" smtClean="0"/>
              <a:t>esMayor</a:t>
            </a:r>
            <a:r>
              <a:rPr lang="es-AR" dirty="0" smtClean="0"/>
              <a:t> 17 ::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 smtClean="0"/>
              <a:t>Inferencia, Variable de Tipo y </a:t>
            </a:r>
            <a:r>
              <a:rPr lang="es-AR" dirty="0" err="1" smtClean="0"/>
              <a:t>TypeClasses</a:t>
            </a:r>
            <a:endParaRPr lang="es-AR" dirty="0" smtClean="0"/>
          </a:p>
          <a:p>
            <a:pPr lvl="2"/>
            <a:r>
              <a:rPr lang="es-AR" dirty="0" smtClean="0"/>
              <a:t>Auto </a:t>
            </a:r>
            <a:r>
              <a:rPr lang="es-AR" dirty="0" err="1" smtClean="0"/>
              <a:t>decubrimiento</a:t>
            </a:r>
            <a:endParaRPr lang="es-AR" dirty="0" smtClean="0"/>
          </a:p>
          <a:p>
            <a:pPr lvl="1"/>
            <a:r>
              <a:rPr lang="es-AR" dirty="0" smtClean="0"/>
              <a:t>Alias de Tipos</a:t>
            </a:r>
          </a:p>
          <a:p>
            <a:pPr lvl="2"/>
            <a:r>
              <a:rPr lang="es-AR" dirty="0" err="1" smtClean="0"/>
              <a:t>Type</a:t>
            </a:r>
            <a:r>
              <a:rPr lang="es-AR" dirty="0" smtClean="0"/>
              <a:t> Edad=</a:t>
            </a:r>
            <a:r>
              <a:rPr lang="es-AR" dirty="0" err="1" smtClean="0"/>
              <a:t>Int</a:t>
            </a:r>
            <a:endParaRPr lang="es-AR" dirty="0" smtClean="0"/>
          </a:p>
          <a:p>
            <a:pPr lvl="1"/>
            <a:r>
              <a:rPr lang="es-AR" dirty="0" smtClean="0"/>
              <a:t>Data</a:t>
            </a:r>
          </a:p>
          <a:p>
            <a:pPr lvl="1"/>
            <a:r>
              <a:rPr lang="es-AR" dirty="0" err="1" smtClean="0"/>
              <a:t>Tuplas</a:t>
            </a:r>
            <a:r>
              <a:rPr lang="es-AR" dirty="0" smtClean="0"/>
              <a:t> y Listas</a:t>
            </a:r>
          </a:p>
          <a:p>
            <a:pPr lvl="1"/>
            <a:endParaRPr lang="es-AR" dirty="0" smtClean="0"/>
          </a:p>
          <a:p>
            <a:pPr lvl="2"/>
            <a:endParaRPr lang="es-AR" dirty="0" smtClean="0"/>
          </a:p>
          <a:p>
            <a:pPr lvl="2"/>
            <a:endParaRPr lang="es-AR" dirty="0" smtClean="0"/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4998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s-AR" dirty="0" smtClean="0"/>
              <a:t>Aplicación Parcial</a:t>
            </a:r>
          </a:p>
          <a:p>
            <a:pPr lvl="1"/>
            <a:r>
              <a:rPr lang="es-AR" dirty="0" smtClean="0"/>
              <a:t>Invocar a una función con menos parámetros (M) que los declarados (N) en su definición.</a:t>
            </a:r>
          </a:p>
          <a:p>
            <a:pPr lvl="1"/>
            <a:r>
              <a:rPr lang="es-AR" dirty="0" smtClean="0"/>
              <a:t>Quedaría otra función con N-M parámetros</a:t>
            </a:r>
          </a:p>
          <a:p>
            <a:r>
              <a:rPr lang="es-AR" dirty="0" smtClean="0"/>
              <a:t>Ejemplo</a:t>
            </a:r>
          </a:p>
          <a:p>
            <a:pPr lvl="1"/>
            <a:r>
              <a:rPr lang="es-AR" dirty="0" smtClean="0"/>
              <a:t>:t </a:t>
            </a:r>
            <a:r>
              <a:rPr lang="es-AR" dirty="0" err="1" smtClean="0"/>
              <a:t>conjuncion</a:t>
            </a:r>
            <a:r>
              <a:rPr lang="es-AR" dirty="0" smtClean="0"/>
              <a:t> True</a:t>
            </a:r>
          </a:p>
          <a:p>
            <a:pPr lvl="1"/>
            <a:r>
              <a:rPr lang="es-AR" dirty="0" smtClean="0"/>
              <a:t>Da una función (</a:t>
            </a:r>
            <a:r>
              <a:rPr lang="es-AR" dirty="0" err="1" smtClean="0"/>
              <a:t>conjuncion</a:t>
            </a:r>
            <a:r>
              <a:rPr lang="es-AR" dirty="0" smtClean="0"/>
              <a:t> True):: </a:t>
            </a:r>
            <a:r>
              <a:rPr lang="es-AR" dirty="0" err="1" smtClean="0"/>
              <a:t>Bool</a:t>
            </a:r>
            <a:r>
              <a:rPr lang="es-AR" dirty="0" smtClean="0"/>
              <a:t> -&gt; </a:t>
            </a:r>
            <a:r>
              <a:rPr lang="es-AR" dirty="0" err="1" smtClean="0"/>
              <a:t>Bool</a:t>
            </a:r>
            <a:endParaRPr lang="es-AR" dirty="0" smtClean="0"/>
          </a:p>
          <a:p>
            <a:r>
              <a:rPr lang="es-AR" dirty="0" smtClean="0"/>
              <a:t>Se puede usar una función prefija como infija (` `) y así dejar otra función</a:t>
            </a:r>
          </a:p>
          <a:p>
            <a:pPr lvl="1"/>
            <a:r>
              <a:rPr lang="es-AR" dirty="0" smtClean="0"/>
              <a:t>True `</a:t>
            </a:r>
            <a:r>
              <a:rPr lang="es-AR" dirty="0" err="1" smtClean="0"/>
              <a:t>conjuncion</a:t>
            </a:r>
            <a:r>
              <a:rPr lang="es-AR" dirty="0" smtClean="0"/>
              <a:t>`  False  retorna False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7416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s-AR" dirty="0" smtClean="0"/>
              <a:t>Aplicación Parcial</a:t>
            </a:r>
          </a:p>
          <a:p>
            <a:pPr lvl="1"/>
            <a:r>
              <a:rPr lang="es-AR" dirty="0" smtClean="0"/>
              <a:t>Genera otra función</a:t>
            </a:r>
          </a:p>
          <a:p>
            <a:pPr lvl="1"/>
            <a:r>
              <a:rPr lang="es-AR" dirty="0" smtClean="0"/>
              <a:t>Los parámetros se usan en el orden en que lo pide la función.</a:t>
            </a:r>
          </a:p>
          <a:p>
            <a:pPr lvl="1"/>
            <a:r>
              <a:rPr lang="es-AR" dirty="0" smtClean="0"/>
              <a:t>Con las funciones infijas se puede generar otra función completando el primer o el segundo parámetro.</a:t>
            </a:r>
          </a:p>
          <a:p>
            <a:pPr lvl="1"/>
            <a:r>
              <a:rPr lang="es-AR" dirty="0" smtClean="0"/>
              <a:t>Recordar que se puede usar una función prefija como infija y viceversa. Con ello se pude usar en forma parcial con el primer o segundo parámetro. </a:t>
            </a:r>
            <a:r>
              <a:rPr lang="es-AR" dirty="0" err="1" smtClean="0"/>
              <a:t>Ej</a:t>
            </a:r>
            <a:r>
              <a:rPr lang="es-AR" dirty="0" smtClean="0"/>
              <a:t>: `</a:t>
            </a:r>
            <a:r>
              <a:rPr lang="es-AR" dirty="0" err="1" smtClean="0"/>
              <a:t>max</a:t>
            </a:r>
            <a:r>
              <a:rPr lang="es-AR" dirty="0" smtClean="0"/>
              <a:t>` o `truncar`</a:t>
            </a:r>
          </a:p>
          <a:p>
            <a:r>
              <a:rPr lang="es-AR" dirty="0" smtClean="0"/>
              <a:t>Ejemplos para ver los tipos de aplicación parcial</a:t>
            </a:r>
          </a:p>
          <a:p>
            <a:pPr lvl="1"/>
            <a:r>
              <a:rPr lang="es-AR" dirty="0" smtClean="0"/>
              <a:t>(==) :: </a:t>
            </a:r>
            <a:r>
              <a:rPr lang="es-AR" dirty="0" err="1" smtClean="0"/>
              <a:t>Eq</a:t>
            </a:r>
            <a:r>
              <a:rPr lang="es-AR" dirty="0" smtClean="0"/>
              <a:t> a =&gt; a -&gt; a -&gt; a</a:t>
            </a:r>
          </a:p>
          <a:p>
            <a:pPr lvl="1"/>
            <a:r>
              <a:rPr lang="es-AR" dirty="0" smtClean="0"/>
              <a:t>(+) :: </a:t>
            </a:r>
            <a:r>
              <a:rPr lang="es-AR" dirty="0" err="1" smtClean="0"/>
              <a:t>Num</a:t>
            </a:r>
            <a:r>
              <a:rPr lang="es-AR" dirty="0" smtClean="0"/>
              <a:t> a =&gt; a -&gt; a -&gt; a</a:t>
            </a:r>
          </a:p>
          <a:p>
            <a:pPr lvl="1"/>
            <a:r>
              <a:rPr lang="es-AR" dirty="0" smtClean="0"/>
              <a:t>:t (== ‘a’)  ?</a:t>
            </a:r>
          </a:p>
          <a:p>
            <a:pPr lvl="1"/>
            <a:r>
              <a:rPr lang="es-AR" dirty="0" smtClean="0"/>
              <a:t>:t (+ 5)  ?</a:t>
            </a:r>
          </a:p>
          <a:p>
            <a:pPr lvl="1"/>
            <a:endParaRPr lang="es-AR" dirty="0"/>
          </a:p>
        </p:txBody>
      </p:sp>
      <p:sp>
        <p:nvSpPr>
          <p:cNvPr id="4" name="3 CuadroTexto"/>
          <p:cNvSpPr txBox="1"/>
          <p:nvPr/>
        </p:nvSpPr>
        <p:spPr>
          <a:xfrm>
            <a:off x="5076056" y="1484784"/>
            <a:ext cx="3904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:: Bool -&gt; Bool -&gt; Bool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True </a:t>
            </a:r>
            <a:r>
              <a:rPr lang="en-US" dirty="0" err="1">
                <a:sym typeface="Wingdings" panose="05000000000000000000" pitchFamily="2" charset="2"/>
              </a:rPr>
              <a:t>True</a:t>
            </a:r>
            <a:r>
              <a:rPr lang="en-US" dirty="0">
                <a:sym typeface="Wingdings" panose="05000000000000000000" pitchFamily="2" charset="2"/>
              </a:rPr>
              <a:t> -&gt; True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_  _ = False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2059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Aplicación Parcial (usos)</a:t>
            </a:r>
          </a:p>
          <a:p>
            <a:pPr lvl="1"/>
            <a:r>
              <a:rPr lang="es-AR" dirty="0" smtClean="0"/>
              <a:t>(==) :: </a:t>
            </a:r>
            <a:r>
              <a:rPr lang="es-AR" dirty="0" err="1" smtClean="0"/>
              <a:t>Eq</a:t>
            </a:r>
            <a:r>
              <a:rPr lang="es-AR" dirty="0" smtClean="0"/>
              <a:t> a =&gt; a -&gt; a -&gt; a</a:t>
            </a:r>
          </a:p>
          <a:p>
            <a:pPr lvl="1"/>
            <a:r>
              <a:rPr lang="es-AR" dirty="0" smtClean="0"/>
              <a:t>(+) :: </a:t>
            </a:r>
            <a:r>
              <a:rPr lang="es-AR" dirty="0" err="1" smtClean="0"/>
              <a:t>Num</a:t>
            </a:r>
            <a:r>
              <a:rPr lang="es-AR" dirty="0" smtClean="0"/>
              <a:t> a =&gt; a -&gt; a -&gt; a</a:t>
            </a:r>
          </a:p>
          <a:p>
            <a:pPr lvl="1"/>
            <a:r>
              <a:rPr lang="es-AR" dirty="0" smtClean="0"/>
              <a:t>:t (== ‘a’)  ?</a:t>
            </a:r>
          </a:p>
          <a:p>
            <a:pPr lvl="1"/>
            <a:r>
              <a:rPr lang="es-AR" dirty="0" smtClean="0"/>
              <a:t>:t (+ 5)  ?</a:t>
            </a:r>
          </a:p>
          <a:p>
            <a:pPr lvl="1"/>
            <a:r>
              <a:rPr lang="es-AR" dirty="0" err="1"/>
              <a:t>e</a:t>
            </a:r>
            <a:r>
              <a:rPr lang="es-AR" dirty="0" err="1" smtClean="0"/>
              <a:t>sMayor</a:t>
            </a:r>
            <a:r>
              <a:rPr lang="es-AR" dirty="0" smtClean="0"/>
              <a:t>::Edad-&gt;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 err="1" smtClean="0"/>
              <a:t>esMayor</a:t>
            </a:r>
            <a:r>
              <a:rPr lang="es-AR" dirty="0" smtClean="0"/>
              <a:t> = (&gt;= 18)</a:t>
            </a:r>
          </a:p>
          <a:p>
            <a:pPr lvl="1"/>
            <a:r>
              <a:rPr lang="pt-PT" dirty="0"/>
              <a:t>d</a:t>
            </a:r>
            <a:r>
              <a:rPr lang="pt-PT" dirty="0" smtClean="0"/>
              <a:t>oble:: Num a =&gt; a -&gt; a</a:t>
            </a:r>
            <a:endParaRPr lang="es-AR" dirty="0" smtClean="0"/>
          </a:p>
          <a:p>
            <a:pPr lvl="1"/>
            <a:r>
              <a:rPr lang="es-AR" dirty="0"/>
              <a:t>d</a:t>
            </a:r>
            <a:r>
              <a:rPr lang="es-AR" dirty="0" smtClean="0"/>
              <a:t>oble = (2 *)</a:t>
            </a:r>
          </a:p>
          <a:p>
            <a:pPr lvl="1"/>
            <a:r>
              <a:rPr lang="es-AR" dirty="0" err="1" smtClean="0"/>
              <a:t>alMenosCero</a:t>
            </a:r>
            <a:r>
              <a:rPr lang="es-AR" dirty="0" smtClean="0"/>
              <a:t> :: (</a:t>
            </a:r>
            <a:r>
              <a:rPr lang="es-AR" dirty="0" err="1" smtClean="0"/>
              <a:t>Num</a:t>
            </a:r>
            <a:r>
              <a:rPr lang="es-AR" dirty="0" smtClean="0"/>
              <a:t> a, Ord a)</a:t>
            </a:r>
            <a:r>
              <a:rPr lang="pt-PT" dirty="0" smtClean="0"/>
              <a:t> =&gt; a -&gt; a</a:t>
            </a:r>
            <a:endParaRPr lang="es-AR" dirty="0" smtClean="0"/>
          </a:p>
          <a:p>
            <a:pPr lvl="1"/>
            <a:r>
              <a:rPr lang="es-AR" dirty="0" err="1" smtClean="0"/>
              <a:t>alMenosCero</a:t>
            </a:r>
            <a:r>
              <a:rPr lang="es-AR" dirty="0" smtClean="0"/>
              <a:t>= (</a:t>
            </a:r>
            <a:r>
              <a:rPr lang="es-AR" dirty="0" err="1" smtClean="0"/>
              <a:t>max</a:t>
            </a:r>
            <a:r>
              <a:rPr lang="es-AR" dirty="0" smtClean="0"/>
              <a:t> 0)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7240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124744"/>
            <a:ext cx="4824536" cy="200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936244"/>
            <a:ext cx="8229600" cy="4997152"/>
          </a:xfrm>
        </p:spPr>
        <p:txBody>
          <a:bodyPr>
            <a:normAutofit fontScale="77500" lnSpcReduction="20000"/>
          </a:bodyPr>
          <a:lstStyle/>
          <a:p>
            <a:endParaRPr lang="es-AR" dirty="0" smtClean="0"/>
          </a:p>
          <a:p>
            <a:endParaRPr lang="es-AR" dirty="0"/>
          </a:p>
          <a:p>
            <a:r>
              <a:rPr lang="pt-PT" dirty="0"/>
              <a:t>n</a:t>
            </a:r>
            <a:r>
              <a:rPr lang="pt-PT" dirty="0" smtClean="0"/>
              <a:t>ota:: Alumno -&gt; Int</a:t>
            </a:r>
          </a:p>
          <a:p>
            <a:r>
              <a:rPr lang="pt-PT" dirty="0" smtClean="0"/>
              <a:t>esMenorAOcho :: Int -&gt; Bool</a:t>
            </a:r>
          </a:p>
          <a:p>
            <a:r>
              <a:rPr lang="pt-PT" dirty="0"/>
              <a:t>n</a:t>
            </a:r>
            <a:r>
              <a:rPr lang="pt-PT" dirty="0" smtClean="0"/>
              <a:t>ot :: Bool -&gt; Bool</a:t>
            </a:r>
          </a:p>
          <a:p>
            <a:r>
              <a:rPr lang="pt-PT" dirty="0"/>
              <a:t>p</a:t>
            </a:r>
            <a:r>
              <a:rPr lang="pt-PT" dirty="0" smtClean="0"/>
              <a:t>romociona:: Alumno -&gt; Bool</a:t>
            </a:r>
          </a:p>
          <a:p>
            <a:r>
              <a:rPr lang="pt-PT" dirty="0"/>
              <a:t>p</a:t>
            </a:r>
            <a:r>
              <a:rPr lang="pt-PT" dirty="0" smtClean="0"/>
              <a:t>romociona alumno = </a:t>
            </a:r>
            <a:br>
              <a:rPr lang="pt-PT" dirty="0" smtClean="0"/>
            </a:br>
            <a:r>
              <a:rPr lang="pt-PT" dirty="0" smtClean="0"/>
              <a:t>         not </a:t>
            </a:r>
            <a:r>
              <a:rPr lang="es-AR" dirty="0" smtClean="0"/>
              <a:t>(</a:t>
            </a:r>
            <a:r>
              <a:rPr lang="es-AR" dirty="0" err="1" smtClean="0"/>
              <a:t>esMenorAOcho</a:t>
            </a:r>
            <a:r>
              <a:rPr lang="es-AR" dirty="0" smtClean="0"/>
              <a:t> (nota alumno))</a:t>
            </a:r>
          </a:p>
          <a:p>
            <a:r>
              <a:rPr lang="es-AR" dirty="0"/>
              <a:t>p</a:t>
            </a:r>
            <a:r>
              <a:rPr lang="es-AR" dirty="0" smtClean="0"/>
              <a:t>romociona alumno = </a:t>
            </a:r>
            <a:br>
              <a:rPr lang="es-AR" dirty="0" smtClean="0"/>
            </a:br>
            <a:r>
              <a:rPr lang="es-AR" dirty="0" smtClean="0"/>
              <a:t>         (</a:t>
            </a:r>
            <a:r>
              <a:rPr lang="es-AR" dirty="0" err="1" smtClean="0"/>
              <a:t>not</a:t>
            </a:r>
            <a:r>
              <a:rPr lang="es-AR" dirty="0" smtClean="0"/>
              <a:t> . </a:t>
            </a:r>
            <a:r>
              <a:rPr lang="es-AR" dirty="0" err="1" smtClean="0"/>
              <a:t>esMenorAOcho</a:t>
            </a:r>
            <a:r>
              <a:rPr lang="es-AR" dirty="0" smtClean="0"/>
              <a:t>  . nota) alumno</a:t>
            </a:r>
          </a:p>
          <a:p>
            <a:r>
              <a:rPr lang="es-AR" dirty="0" smtClean="0"/>
              <a:t>Ojo nota alumno  es un entero y no una función por lo tanto no se puede componer entonces los () son importantes</a:t>
            </a:r>
          </a:p>
        </p:txBody>
      </p:sp>
    </p:spTree>
    <p:extLst>
      <p:ext uri="{BB962C8B-B14F-4D97-AF65-F5344CB8AC3E}">
        <p14:creationId xmlns:p14="http://schemas.microsoft.com/office/powerpoint/2010/main" val="400243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s-AR" dirty="0" smtClean="0"/>
              <a:t>Función (.)</a:t>
            </a:r>
          </a:p>
          <a:p>
            <a:pPr lvl="1"/>
            <a:r>
              <a:rPr lang="es-AR" dirty="0" smtClean="0"/>
              <a:t>(.) :: (b-&gt;c) -&gt; (a-&gt; b) -&gt; (a-&gt;c)</a:t>
            </a:r>
          </a:p>
          <a:p>
            <a:r>
              <a:rPr lang="es-AR" dirty="0" smtClean="0"/>
              <a:t>Aplicación Parcial (composición)</a:t>
            </a:r>
          </a:p>
          <a:p>
            <a:pPr lvl="1"/>
            <a:r>
              <a:rPr lang="pt-PT" dirty="0" smtClean="0"/>
              <a:t>(not .even ) .length “hola”</a:t>
            </a:r>
          </a:p>
          <a:p>
            <a:pPr lvl="1"/>
            <a:r>
              <a:rPr lang="pt-PT" dirty="0" smtClean="0"/>
              <a:t>not . (even . </a:t>
            </a:r>
            <a:r>
              <a:rPr lang="pt-PT" dirty="0"/>
              <a:t>l</a:t>
            </a:r>
            <a:r>
              <a:rPr lang="pt-PT" dirty="0" smtClean="0"/>
              <a:t>ength) “hola”</a:t>
            </a:r>
          </a:p>
          <a:p>
            <a:pPr lvl="1"/>
            <a:r>
              <a:rPr lang="pt-PT" dirty="0"/>
              <a:t>n</a:t>
            </a:r>
            <a:r>
              <a:rPr lang="pt-PT" dirty="0" smtClean="0"/>
              <a:t>ot . even . length “hola”</a:t>
            </a:r>
          </a:p>
          <a:p>
            <a:pPr lvl="1"/>
            <a:r>
              <a:rPr lang="pt-PT" dirty="0"/>
              <a:t>n</a:t>
            </a:r>
            <a:r>
              <a:rPr lang="pt-PT" dirty="0" smtClean="0"/>
              <a:t>ot . even . length $ “hola”</a:t>
            </a:r>
          </a:p>
          <a:p>
            <a:pPr lvl="1"/>
            <a:r>
              <a:rPr lang="pt-PT" dirty="0"/>
              <a:t>not  </a:t>
            </a:r>
            <a:r>
              <a:rPr lang="pt-PT" dirty="0" smtClean="0"/>
              <a:t>(even (length </a:t>
            </a:r>
            <a:r>
              <a:rPr lang="pt-PT" dirty="0"/>
              <a:t>“hola</a:t>
            </a:r>
            <a:r>
              <a:rPr lang="pt-PT" dirty="0" smtClean="0"/>
              <a:t>”))     </a:t>
            </a:r>
            <a:r>
              <a:rPr lang="pt-PT" sz="2000" dirty="0" smtClean="0"/>
              <a:t>Esta no es una función</a:t>
            </a:r>
            <a:endParaRPr lang="es-AR" dirty="0"/>
          </a:p>
          <a:p>
            <a:r>
              <a:rPr lang="pt-PT" dirty="0" smtClean="0"/>
              <a:t>Definición de función vs Aplicación</a:t>
            </a:r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90260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s-AR" dirty="0" smtClean="0"/>
              <a:t>Aplicación parcial</a:t>
            </a:r>
          </a:p>
          <a:p>
            <a:pPr lvl="1"/>
            <a:r>
              <a:rPr lang="es-AR" dirty="0" smtClean="0"/>
              <a:t>f :: a -&gt; b -&gt;c -&gt;d</a:t>
            </a:r>
          </a:p>
          <a:p>
            <a:pPr lvl="1"/>
            <a:r>
              <a:rPr lang="es-AR" dirty="0"/>
              <a:t>f</a:t>
            </a:r>
            <a:r>
              <a:rPr lang="es-AR" dirty="0" smtClean="0"/>
              <a:t> x y z es equivalente a la “</a:t>
            </a:r>
            <a:r>
              <a:rPr lang="es-AR" dirty="0" err="1" smtClean="0"/>
              <a:t>currificación</a:t>
            </a:r>
            <a:r>
              <a:rPr lang="es-AR" dirty="0" smtClean="0"/>
              <a:t>”</a:t>
            </a:r>
          </a:p>
          <a:p>
            <a:pPr lvl="2"/>
            <a:r>
              <a:rPr lang="es-AR" dirty="0" smtClean="0"/>
              <a:t>((f x) y) z</a:t>
            </a:r>
          </a:p>
          <a:p>
            <a:r>
              <a:rPr lang="pt-PT" dirty="0" smtClean="0"/>
              <a:t>Point Free (se elimina parametro alumno)</a:t>
            </a:r>
          </a:p>
          <a:p>
            <a:pPr lvl="1"/>
            <a:r>
              <a:rPr lang="es-AR" dirty="0"/>
              <a:t>promociona </a:t>
            </a:r>
            <a:r>
              <a:rPr lang="es-A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alumno</a:t>
            </a:r>
            <a:r>
              <a:rPr lang="es-AR" dirty="0" smtClean="0"/>
              <a:t>=  </a:t>
            </a:r>
            <a:r>
              <a:rPr lang="es-AR" dirty="0"/>
              <a:t>(</a:t>
            </a:r>
            <a:r>
              <a:rPr lang="es-AR" dirty="0" err="1"/>
              <a:t>not</a:t>
            </a:r>
            <a:r>
              <a:rPr lang="es-AR" dirty="0"/>
              <a:t> . </a:t>
            </a:r>
            <a:r>
              <a:rPr lang="es-AR" dirty="0" smtClean="0"/>
              <a:t>(&lt;8)  </a:t>
            </a:r>
            <a:r>
              <a:rPr lang="es-AR" dirty="0"/>
              <a:t>. </a:t>
            </a:r>
            <a:r>
              <a:rPr lang="es-AR" dirty="0" smtClean="0"/>
              <a:t>nota) </a:t>
            </a:r>
            <a:r>
              <a:rPr lang="es-A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alumno</a:t>
            </a:r>
          </a:p>
          <a:p>
            <a:pPr lvl="1"/>
            <a:r>
              <a:rPr lang="es-AR" dirty="0" err="1" smtClean="0"/>
              <a:t>vaAFinal</a:t>
            </a:r>
            <a:r>
              <a:rPr lang="es-AR" dirty="0" smtClean="0"/>
              <a:t> </a:t>
            </a:r>
            <a:r>
              <a:rPr lang="es-A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nota</a:t>
            </a:r>
            <a:r>
              <a:rPr lang="es-AR" dirty="0" smtClean="0"/>
              <a:t> = ((</a:t>
            </a:r>
            <a:r>
              <a:rPr lang="es-AR" dirty="0" smtClean="0">
                <a:solidFill>
                  <a:srgbClr val="FF0000"/>
                </a:solidFill>
              </a:rPr>
              <a:t>nota</a:t>
            </a:r>
            <a:r>
              <a:rPr lang="es-AR" dirty="0" smtClean="0"/>
              <a:t> &gt;=6 &amp;&amp;) . (&lt;8)) </a:t>
            </a:r>
            <a:r>
              <a:rPr lang="es-A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nota</a:t>
            </a:r>
            <a:endParaRPr lang="pt-PT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90528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s-AR" dirty="0" smtClean="0"/>
              <a:t>Recursividad ejemplo:</a:t>
            </a:r>
          </a:p>
          <a:p>
            <a:pPr lvl="1"/>
            <a:r>
              <a:rPr lang="es-AR" dirty="0" err="1" smtClean="0"/>
              <a:t>esCapicua</a:t>
            </a:r>
            <a:r>
              <a:rPr lang="es-AR" dirty="0" smtClean="0"/>
              <a:t> ([]) = True</a:t>
            </a:r>
          </a:p>
          <a:p>
            <a:pPr lvl="1"/>
            <a:r>
              <a:rPr lang="es-AR" dirty="0" err="1"/>
              <a:t>esCapicua</a:t>
            </a:r>
            <a:r>
              <a:rPr lang="es-AR" dirty="0"/>
              <a:t> </a:t>
            </a:r>
            <a:r>
              <a:rPr lang="es-AR" dirty="0" smtClean="0"/>
              <a:t>([_])</a:t>
            </a:r>
            <a:r>
              <a:rPr lang="es-AR" dirty="0"/>
              <a:t> = True</a:t>
            </a:r>
          </a:p>
          <a:p>
            <a:pPr lvl="1"/>
            <a:r>
              <a:rPr lang="es-AR" dirty="0" err="1">
                <a:solidFill>
                  <a:srgbClr val="FF0000"/>
                </a:solidFill>
              </a:rPr>
              <a:t>esCapicua</a:t>
            </a:r>
            <a:r>
              <a:rPr lang="es-AR" dirty="0">
                <a:solidFill>
                  <a:srgbClr val="FF0000"/>
                </a:solidFill>
              </a:rPr>
              <a:t> </a:t>
            </a:r>
            <a:r>
              <a:rPr lang="es-AR" dirty="0" smtClean="0">
                <a:solidFill>
                  <a:srgbClr val="FF0000"/>
                </a:solidFill>
              </a:rPr>
              <a:t>([x , y]) </a:t>
            </a:r>
            <a:r>
              <a:rPr lang="es-AR" dirty="0">
                <a:solidFill>
                  <a:srgbClr val="FF0000"/>
                </a:solidFill>
              </a:rPr>
              <a:t>= </a:t>
            </a:r>
            <a:r>
              <a:rPr lang="es-AR" dirty="0" smtClean="0">
                <a:solidFill>
                  <a:srgbClr val="FF0000"/>
                </a:solidFill>
              </a:rPr>
              <a:t>(x == y)</a:t>
            </a:r>
          </a:p>
          <a:p>
            <a:pPr lvl="1"/>
            <a:r>
              <a:rPr lang="es-AR" dirty="0" err="1">
                <a:solidFill>
                  <a:srgbClr val="FF0000"/>
                </a:solidFill>
              </a:rPr>
              <a:t>esCapicua</a:t>
            </a:r>
            <a:r>
              <a:rPr lang="es-AR" dirty="0">
                <a:solidFill>
                  <a:srgbClr val="FF0000"/>
                </a:solidFill>
              </a:rPr>
              <a:t> </a:t>
            </a:r>
            <a:r>
              <a:rPr lang="es-AR" dirty="0" smtClean="0">
                <a:solidFill>
                  <a:srgbClr val="FF0000"/>
                </a:solidFill>
              </a:rPr>
              <a:t>([</a:t>
            </a:r>
            <a:r>
              <a:rPr lang="es-AR" dirty="0" err="1" smtClean="0">
                <a:solidFill>
                  <a:srgbClr val="FF0000"/>
                </a:solidFill>
              </a:rPr>
              <a:t>x,_,y</a:t>
            </a:r>
            <a:r>
              <a:rPr lang="es-AR" dirty="0" smtClean="0">
                <a:solidFill>
                  <a:srgbClr val="FF0000"/>
                </a:solidFill>
              </a:rPr>
              <a:t>]) </a:t>
            </a:r>
            <a:r>
              <a:rPr lang="es-AR" dirty="0">
                <a:solidFill>
                  <a:srgbClr val="FF0000"/>
                </a:solidFill>
              </a:rPr>
              <a:t>= (x == y)</a:t>
            </a:r>
          </a:p>
          <a:p>
            <a:pPr lvl="1"/>
            <a:r>
              <a:rPr lang="es-AR" dirty="0" err="1" smtClean="0">
                <a:solidFill>
                  <a:srgbClr val="0070C0"/>
                </a:solidFill>
              </a:rPr>
              <a:t>esCapicua</a:t>
            </a:r>
            <a:r>
              <a:rPr lang="es-AR" dirty="0" smtClean="0">
                <a:solidFill>
                  <a:srgbClr val="0070C0"/>
                </a:solidFill>
              </a:rPr>
              <a:t> </a:t>
            </a:r>
            <a:r>
              <a:rPr lang="es-AR" dirty="0" err="1" smtClean="0">
                <a:solidFill>
                  <a:srgbClr val="0070C0"/>
                </a:solidFill>
              </a:rPr>
              <a:t>cabeza:cola</a:t>
            </a:r>
            <a:r>
              <a:rPr lang="es-AR" dirty="0" smtClean="0">
                <a:solidFill>
                  <a:srgbClr val="0070C0"/>
                </a:solidFill>
              </a:rPr>
              <a:t> = cabeza== </a:t>
            </a:r>
            <a:r>
              <a:rPr lang="es-AR" dirty="0" err="1" smtClean="0">
                <a:solidFill>
                  <a:srgbClr val="0070C0"/>
                </a:solidFill>
              </a:rPr>
              <a:t>last</a:t>
            </a:r>
            <a:r>
              <a:rPr lang="es-AR" dirty="0" smtClean="0">
                <a:solidFill>
                  <a:srgbClr val="0070C0"/>
                </a:solidFill>
              </a:rPr>
              <a:t> cola</a:t>
            </a:r>
          </a:p>
          <a:p>
            <a:r>
              <a:rPr lang="es-AR" dirty="0" smtClean="0"/>
              <a:t>Completar usando </a:t>
            </a:r>
            <a:r>
              <a:rPr lang="es-AR" dirty="0" err="1" smtClean="0"/>
              <a:t>init</a:t>
            </a:r>
            <a:endParaRPr lang="es-AR" dirty="0" smtClean="0"/>
          </a:p>
          <a:p>
            <a:r>
              <a:rPr lang="es-AR" dirty="0" smtClean="0"/>
              <a:t>Recursividad sobre estructura de datos (</a:t>
            </a:r>
            <a:r>
              <a:rPr lang="es-AR" dirty="0" err="1" smtClean="0"/>
              <a:t>esCapicua</a:t>
            </a:r>
            <a:r>
              <a:rPr lang="es-AR" dirty="0" smtClean="0"/>
              <a:t>)</a:t>
            </a:r>
          </a:p>
          <a:p>
            <a:r>
              <a:rPr lang="es-AR" dirty="0" smtClean="0"/>
              <a:t>Recursividad sobre funciones (factorial)</a:t>
            </a:r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11568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Recursividad</a:t>
            </a:r>
          </a:p>
          <a:p>
            <a:pPr lvl="1"/>
            <a:r>
              <a:rPr lang="es-AR" dirty="0" smtClean="0"/>
              <a:t>Cuando una abstracción está definida sobre si misma.</a:t>
            </a:r>
          </a:p>
          <a:p>
            <a:r>
              <a:rPr lang="es-AR" dirty="0" smtClean="0"/>
              <a:t>Estructuras de Datos</a:t>
            </a:r>
          </a:p>
          <a:p>
            <a:pPr lvl="1"/>
            <a:r>
              <a:rPr lang="es-AR" dirty="0" smtClean="0"/>
              <a:t>Listas</a:t>
            </a:r>
          </a:p>
          <a:p>
            <a:pPr lvl="2"/>
            <a:r>
              <a:rPr lang="es-AR" dirty="0" smtClean="0"/>
              <a:t>Conjuntos de elementos</a:t>
            </a:r>
          </a:p>
          <a:p>
            <a:pPr lvl="2"/>
            <a:r>
              <a:rPr lang="es-AR" dirty="0" smtClean="0"/>
              <a:t>Cantidad variable de elementos</a:t>
            </a:r>
          </a:p>
          <a:p>
            <a:pPr lvl="2"/>
            <a:r>
              <a:rPr lang="es-AR" dirty="0" smtClean="0"/>
              <a:t>Lista vacía []</a:t>
            </a:r>
          </a:p>
          <a:p>
            <a:pPr lvl="2"/>
            <a:r>
              <a:rPr lang="es-AR" dirty="0" smtClean="0"/>
              <a:t>Lista con elementos  primero : </a:t>
            </a:r>
            <a:r>
              <a:rPr lang="es-AR" dirty="0" err="1" smtClean="0"/>
              <a:t>restoDeElementos</a:t>
            </a:r>
            <a:endParaRPr lang="es-AR" dirty="0" smtClean="0"/>
          </a:p>
          <a:p>
            <a:pPr lvl="2"/>
            <a:r>
              <a:rPr lang="es-AR" dirty="0" smtClean="0"/>
              <a:t>Ejemplos:</a:t>
            </a:r>
          </a:p>
          <a:p>
            <a:pPr lvl="3"/>
            <a:r>
              <a:rPr lang="es-AR" dirty="0" smtClean="0"/>
              <a:t>[1, 2, 3] </a:t>
            </a:r>
          </a:p>
          <a:p>
            <a:pPr lvl="3"/>
            <a:r>
              <a:rPr lang="es-AR" dirty="0" smtClean="0"/>
              <a:t>1: [2, 3]</a:t>
            </a:r>
          </a:p>
          <a:p>
            <a:pPr lvl="3"/>
            <a:r>
              <a:rPr lang="es-AR" dirty="0" smtClean="0"/>
              <a:t>1: 2 : [3]</a:t>
            </a:r>
          </a:p>
          <a:p>
            <a:pPr lvl="3"/>
            <a:r>
              <a:rPr lang="es-AR" dirty="0" smtClean="0"/>
              <a:t>1: 2 : 3 : []</a:t>
            </a:r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9516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s-AR" dirty="0" smtClean="0"/>
              <a:t>Funciones sobre Listas (Recursividad)</a:t>
            </a:r>
          </a:p>
          <a:p>
            <a:pPr lvl="1"/>
            <a:r>
              <a:rPr lang="es-AR" dirty="0" smtClean="0"/>
              <a:t>Ejemplo </a:t>
            </a:r>
            <a:r>
              <a:rPr lang="es-AR" dirty="0" err="1" smtClean="0"/>
              <a:t>length</a:t>
            </a:r>
            <a:r>
              <a:rPr lang="es-AR" dirty="0" smtClean="0"/>
              <a:t> ( 1: [2,3])</a:t>
            </a:r>
          </a:p>
          <a:p>
            <a:pPr lvl="1"/>
            <a:r>
              <a:rPr lang="es-AR" dirty="0" smtClean="0"/>
              <a:t>Definición</a:t>
            </a:r>
          </a:p>
          <a:p>
            <a:pPr lvl="2"/>
            <a:r>
              <a:rPr lang="es-AR" dirty="0" err="1"/>
              <a:t>l</a:t>
            </a:r>
            <a:r>
              <a:rPr lang="es-AR" dirty="0" err="1" smtClean="0"/>
              <a:t>ength</a:t>
            </a:r>
            <a:r>
              <a:rPr lang="es-AR" dirty="0" smtClean="0"/>
              <a:t> [] = 0</a:t>
            </a:r>
          </a:p>
          <a:p>
            <a:pPr lvl="2"/>
            <a:r>
              <a:rPr lang="es-AR" dirty="0" err="1"/>
              <a:t>l</a:t>
            </a:r>
            <a:r>
              <a:rPr lang="es-AR" dirty="0" err="1" smtClean="0"/>
              <a:t>ength</a:t>
            </a:r>
            <a:r>
              <a:rPr lang="es-AR" dirty="0" smtClean="0"/>
              <a:t> (</a:t>
            </a:r>
            <a:r>
              <a:rPr lang="es-AR" dirty="0"/>
              <a:t>_</a:t>
            </a:r>
            <a:r>
              <a:rPr lang="es-AR" dirty="0" smtClean="0"/>
              <a:t>:</a:t>
            </a:r>
            <a:r>
              <a:rPr lang="es-AR" dirty="0" err="1" smtClean="0"/>
              <a:t>xs</a:t>
            </a:r>
            <a:r>
              <a:rPr lang="es-AR" dirty="0" smtClean="0"/>
              <a:t>) = 1 + </a:t>
            </a:r>
            <a:r>
              <a:rPr lang="es-AR" dirty="0" err="1" smtClean="0"/>
              <a:t>length</a:t>
            </a:r>
            <a:r>
              <a:rPr lang="es-AR" dirty="0" smtClean="0"/>
              <a:t>(</a:t>
            </a:r>
            <a:r>
              <a:rPr lang="es-AR" dirty="0" err="1" smtClean="0"/>
              <a:t>xs</a:t>
            </a:r>
            <a:r>
              <a:rPr lang="es-AR" dirty="0" smtClean="0"/>
              <a:t>)</a:t>
            </a:r>
          </a:p>
          <a:p>
            <a:pPr lvl="1"/>
            <a:r>
              <a:rPr lang="es-AR" dirty="0" smtClean="0"/>
              <a:t>Ejemplo </a:t>
            </a:r>
            <a:r>
              <a:rPr lang="es-AR" dirty="0" err="1" smtClean="0"/>
              <a:t>take</a:t>
            </a:r>
            <a:r>
              <a:rPr lang="es-AR" dirty="0" smtClean="0"/>
              <a:t> 2 “hola”</a:t>
            </a:r>
          </a:p>
          <a:p>
            <a:pPr lvl="1"/>
            <a:r>
              <a:rPr lang="es-AR" dirty="0" smtClean="0"/>
              <a:t>Definición</a:t>
            </a:r>
          </a:p>
          <a:p>
            <a:pPr lvl="2"/>
            <a:r>
              <a:rPr lang="es-AR" dirty="0" err="1" smtClean="0"/>
              <a:t>take</a:t>
            </a:r>
            <a:r>
              <a:rPr lang="es-AR" dirty="0" smtClean="0"/>
              <a:t> 0 _  = []</a:t>
            </a:r>
          </a:p>
          <a:p>
            <a:pPr lvl="2"/>
            <a:r>
              <a:rPr lang="es-AR" dirty="0" err="1"/>
              <a:t>t</a:t>
            </a:r>
            <a:r>
              <a:rPr lang="es-AR" dirty="0" err="1" smtClean="0"/>
              <a:t>ake</a:t>
            </a:r>
            <a:r>
              <a:rPr lang="es-AR" dirty="0" smtClean="0"/>
              <a:t> n [] = []</a:t>
            </a:r>
          </a:p>
          <a:p>
            <a:pPr lvl="2"/>
            <a:r>
              <a:rPr lang="es-AR" dirty="0" err="1" smtClean="0"/>
              <a:t>take</a:t>
            </a:r>
            <a:r>
              <a:rPr lang="es-AR" dirty="0" smtClean="0"/>
              <a:t> n (</a:t>
            </a:r>
            <a:r>
              <a:rPr lang="es-AR" dirty="0" err="1" smtClean="0"/>
              <a:t>x:xs</a:t>
            </a:r>
            <a:r>
              <a:rPr lang="es-AR" dirty="0" smtClean="0"/>
              <a:t>) = x : </a:t>
            </a:r>
            <a:r>
              <a:rPr lang="es-AR" dirty="0" err="1" smtClean="0"/>
              <a:t>take</a:t>
            </a:r>
            <a:r>
              <a:rPr lang="es-AR" dirty="0" smtClean="0"/>
              <a:t> (n-1) </a:t>
            </a:r>
            <a:r>
              <a:rPr lang="es-AR" dirty="0" err="1" smtClean="0"/>
              <a:t>xs</a:t>
            </a:r>
            <a:endParaRPr lang="es-AR" dirty="0" smtClean="0"/>
          </a:p>
          <a:p>
            <a:r>
              <a:rPr lang="es-AR" dirty="0" err="1" smtClean="0"/>
              <a:t>String</a:t>
            </a:r>
            <a:r>
              <a:rPr lang="es-AR" dirty="0" smtClean="0"/>
              <a:t> = Lista de caracteres</a:t>
            </a:r>
          </a:p>
          <a:p>
            <a:pPr lvl="1"/>
            <a:r>
              <a:rPr lang="es-AR" dirty="0" smtClean="0"/>
              <a:t>“h” = [‘h’]</a:t>
            </a:r>
          </a:p>
          <a:p>
            <a:r>
              <a:rPr lang="es-AR" dirty="0" smtClean="0"/>
              <a:t>Listas de Data</a:t>
            </a:r>
          </a:p>
          <a:p>
            <a:pPr lvl="1"/>
            <a:r>
              <a:rPr lang="es-AR" dirty="0" smtClean="0"/>
              <a:t>[ Persona “Tom”, 25 ]</a:t>
            </a:r>
          </a:p>
          <a:p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99939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s-AR" dirty="0" smtClean="0"/>
              <a:t>Recursividad</a:t>
            </a:r>
            <a:r>
              <a:rPr lang="es-AR" dirty="0"/>
              <a:t> </a:t>
            </a:r>
            <a:r>
              <a:rPr lang="es-AR" dirty="0" smtClean="0"/>
              <a:t>en Funciones</a:t>
            </a:r>
          </a:p>
          <a:p>
            <a:pPr lvl="1"/>
            <a:r>
              <a:rPr lang="es-AR" dirty="0" smtClean="0"/>
              <a:t>Ejemplo  4</a:t>
            </a:r>
            <a:r>
              <a:rPr lang="es-AR" baseline="30000" dirty="0" smtClean="0"/>
              <a:t>2 </a:t>
            </a:r>
            <a:r>
              <a:rPr lang="es-AR" dirty="0" smtClean="0"/>
              <a:t>== 4 ## 2</a:t>
            </a:r>
            <a:endParaRPr lang="es-AR" baseline="30000" dirty="0" smtClean="0"/>
          </a:p>
          <a:p>
            <a:pPr lvl="1"/>
            <a:r>
              <a:rPr lang="es-AR" dirty="0" smtClean="0"/>
              <a:t>Definición</a:t>
            </a:r>
          </a:p>
          <a:p>
            <a:pPr lvl="2"/>
            <a:r>
              <a:rPr lang="es-AR" dirty="0" smtClean="0"/>
              <a:t>(##) _ 0 = 1</a:t>
            </a:r>
          </a:p>
          <a:p>
            <a:pPr lvl="2"/>
            <a:r>
              <a:rPr lang="es-AR" dirty="0" smtClean="0"/>
              <a:t>(##) </a:t>
            </a:r>
            <a:r>
              <a:rPr lang="es-AR" dirty="0" err="1" smtClean="0"/>
              <a:t>num</a:t>
            </a:r>
            <a:r>
              <a:rPr lang="es-AR" dirty="0" smtClean="0"/>
              <a:t> </a:t>
            </a:r>
            <a:r>
              <a:rPr lang="es-AR" dirty="0" err="1" smtClean="0"/>
              <a:t>pot</a:t>
            </a:r>
            <a:r>
              <a:rPr lang="es-AR" dirty="0" smtClean="0"/>
              <a:t> = </a:t>
            </a:r>
            <a:r>
              <a:rPr lang="es-AR" dirty="0" err="1" smtClean="0"/>
              <a:t>num</a:t>
            </a:r>
            <a:r>
              <a:rPr lang="es-AR" dirty="0" smtClean="0"/>
              <a:t> * ( </a:t>
            </a:r>
            <a:r>
              <a:rPr lang="es-AR" dirty="0" err="1" smtClean="0"/>
              <a:t>num</a:t>
            </a:r>
            <a:r>
              <a:rPr lang="es-AR" dirty="0" smtClean="0"/>
              <a:t>  ## (pot-1))</a:t>
            </a:r>
          </a:p>
          <a:p>
            <a:pPr lvl="1"/>
            <a:r>
              <a:rPr lang="es-AR" dirty="0" smtClean="0"/>
              <a:t>Ejemplo 65 = 10001</a:t>
            </a:r>
          </a:p>
          <a:p>
            <a:pPr lvl="2"/>
            <a:r>
              <a:rPr lang="es-AR" dirty="0"/>
              <a:t>binario 0 = 0</a:t>
            </a:r>
          </a:p>
          <a:p>
            <a:pPr lvl="2"/>
            <a:r>
              <a:rPr lang="es-AR" dirty="0"/>
              <a:t>binario 1 = 1</a:t>
            </a:r>
          </a:p>
          <a:p>
            <a:pPr lvl="2"/>
            <a:r>
              <a:rPr lang="es-AR" dirty="0" smtClean="0"/>
              <a:t>binario n =  </a:t>
            </a:r>
            <a:r>
              <a:rPr lang="es-AR" dirty="0" err="1" smtClean="0"/>
              <a:t>mod</a:t>
            </a:r>
            <a:r>
              <a:rPr lang="es-AR" dirty="0" smtClean="0"/>
              <a:t> n 2  + binario (div n 2) * 10</a:t>
            </a:r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18218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s-AR" dirty="0" smtClean="0"/>
              <a:t>Recursividad</a:t>
            </a:r>
            <a:r>
              <a:rPr lang="es-AR" dirty="0"/>
              <a:t> </a:t>
            </a:r>
            <a:r>
              <a:rPr lang="es-AR" dirty="0" smtClean="0"/>
              <a:t>en Funciones (ejercicios)</a:t>
            </a:r>
          </a:p>
          <a:p>
            <a:pPr lvl="1"/>
            <a:r>
              <a:rPr lang="es-AR" dirty="0" smtClean="0"/>
              <a:t>Genere la función sumatoria de los elementos de una lista</a:t>
            </a:r>
          </a:p>
          <a:p>
            <a:pPr lvl="1"/>
            <a:r>
              <a:rPr lang="es-AR" dirty="0" smtClean="0"/>
              <a:t>Genere la función longitud de una lista</a:t>
            </a:r>
          </a:p>
          <a:p>
            <a:pPr lvl="1"/>
            <a:r>
              <a:rPr lang="es-AR" dirty="0" smtClean="0"/>
              <a:t>Numero elevado a otro numero</a:t>
            </a:r>
          </a:p>
          <a:p>
            <a:pPr lvl="1"/>
            <a:r>
              <a:rPr lang="es-AR" dirty="0" smtClean="0"/>
              <a:t>Mientras no supera el tope muestra el elemento de la lista.</a:t>
            </a:r>
          </a:p>
          <a:p>
            <a:pPr lvl="1"/>
            <a:r>
              <a:rPr lang="es-AR" dirty="0" smtClean="0"/>
              <a:t>Mostrar los n elementos primeros de la lista.</a:t>
            </a:r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43992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14985</TotalTime>
  <Words>834</Words>
  <Application>Microsoft Office PowerPoint</Application>
  <PresentationFormat>Presentación en pantalla (4:3)</PresentationFormat>
  <Paragraphs>147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Paradigmas de Programación</vt:lpstr>
      <vt:lpstr>Paradigma Funcional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115</cp:revision>
  <dcterms:created xsi:type="dcterms:W3CDTF">2024-03-08T18:13:29Z</dcterms:created>
  <dcterms:modified xsi:type="dcterms:W3CDTF">2024-04-11T20:10:57Z</dcterms:modified>
</cp:coreProperties>
</file>